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League Spartan" charset="1" panose="00000800000000000000"/>
      <p:regular r:id="rId32"/>
    </p:embeddedFont>
    <p:embeddedFont>
      <p:font typeface="Canva Sans" charset="1" panose="020B0503030501040103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7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embeddings/oleObject1.bin" Type="http://schemas.openxmlformats.org/officeDocument/2006/relationships/oleObject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pn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png" Type="http://schemas.openxmlformats.org/officeDocument/2006/relationships/image"/><Relationship Id="rId12" Target="../media/image33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9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12" Target="../media/image38.svg" Type="http://schemas.openxmlformats.org/officeDocument/2006/relationships/image"/><Relationship Id="rId2" Target="../media/image34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png" Type="http://schemas.openxmlformats.org/officeDocument/2006/relationships/image"/><Relationship Id="rId12" Target="../media/image43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39.pn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pn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4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4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svg" Type="http://schemas.openxmlformats.org/officeDocument/2006/relationships/image"/><Relationship Id="rId4" Target="../media/image50.jpe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5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52.png" Type="http://schemas.openxmlformats.org/officeDocument/2006/relationships/image"/><Relationship Id="rId5" Target="../media/image53.svg" Type="http://schemas.openxmlformats.org/officeDocument/2006/relationships/image"/><Relationship Id="rId6" Target="../media/image54.pn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5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5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5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5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60.jpe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6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2905"/>
            <a:ext cx="18288000" cy="10399905"/>
          </a:xfrm>
          <a:custGeom>
            <a:avLst/>
            <a:gdLst/>
            <a:ahLst/>
            <a:cxnLst/>
            <a:rect r="r" b="b" t="t" l="l"/>
            <a:pathLst>
              <a:path h="10399905" w="18288000">
                <a:moveTo>
                  <a:pt x="0" y="0"/>
                </a:moveTo>
                <a:lnTo>
                  <a:pt x="18288000" y="0"/>
                </a:lnTo>
                <a:lnTo>
                  <a:pt x="18288000" y="10399905"/>
                </a:lnTo>
                <a:lnTo>
                  <a:pt x="0" y="103999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45" t="0" r="-94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65667" y="8076154"/>
            <a:ext cx="993633" cy="1138834"/>
          </a:xfrm>
          <a:custGeom>
            <a:avLst/>
            <a:gdLst/>
            <a:ahLst/>
            <a:cxnLst/>
            <a:rect r="r" b="b" t="t" l="l"/>
            <a:pathLst>
              <a:path h="1138834" w="993633">
                <a:moveTo>
                  <a:pt x="0" y="0"/>
                </a:moveTo>
                <a:lnTo>
                  <a:pt x="993633" y="0"/>
                </a:lnTo>
                <a:lnTo>
                  <a:pt x="993633" y="1138834"/>
                </a:lnTo>
                <a:lnTo>
                  <a:pt x="0" y="11388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45491">
            <a:off x="17315032" y="8070000"/>
            <a:ext cx="798605" cy="1151142"/>
          </a:xfrm>
          <a:custGeom>
            <a:avLst/>
            <a:gdLst/>
            <a:ahLst/>
            <a:cxnLst/>
            <a:rect r="r" b="b" t="t" l="l"/>
            <a:pathLst>
              <a:path h="1151142" w="798605">
                <a:moveTo>
                  <a:pt x="0" y="0"/>
                </a:moveTo>
                <a:lnTo>
                  <a:pt x="798605" y="0"/>
                </a:lnTo>
                <a:lnTo>
                  <a:pt x="798605" y="1151142"/>
                </a:lnTo>
                <a:lnTo>
                  <a:pt x="0" y="11511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84610" y="210721"/>
            <a:ext cx="3396945" cy="3396945"/>
          </a:xfrm>
          <a:custGeom>
            <a:avLst/>
            <a:gdLst/>
            <a:ahLst/>
            <a:cxnLst/>
            <a:rect r="r" b="b" t="t" l="l"/>
            <a:pathLst>
              <a:path h="3396945" w="3396945">
                <a:moveTo>
                  <a:pt x="0" y="0"/>
                </a:moveTo>
                <a:lnTo>
                  <a:pt x="3396945" y="0"/>
                </a:lnTo>
                <a:lnTo>
                  <a:pt x="3396945" y="3396945"/>
                </a:lnTo>
                <a:lnTo>
                  <a:pt x="0" y="33969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50977" y="-960041"/>
            <a:ext cx="6942573" cy="13379073"/>
          </a:xfrm>
          <a:custGeom>
            <a:avLst/>
            <a:gdLst/>
            <a:ahLst/>
            <a:cxnLst/>
            <a:rect r="r" b="b" t="t" l="l"/>
            <a:pathLst>
              <a:path h="13379073" w="6942573">
                <a:moveTo>
                  <a:pt x="0" y="0"/>
                </a:moveTo>
                <a:lnTo>
                  <a:pt x="6942573" y="0"/>
                </a:lnTo>
                <a:lnTo>
                  <a:pt x="6942573" y="13379073"/>
                </a:lnTo>
                <a:lnTo>
                  <a:pt x="0" y="133790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9271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58434" y="8093602"/>
            <a:ext cx="7359073" cy="7359073"/>
          </a:xfrm>
          <a:custGeom>
            <a:avLst/>
            <a:gdLst/>
            <a:ahLst/>
            <a:cxnLst/>
            <a:rect r="r" b="b" t="t" l="l"/>
            <a:pathLst>
              <a:path h="7359073" w="7359073">
                <a:moveTo>
                  <a:pt x="0" y="0"/>
                </a:moveTo>
                <a:lnTo>
                  <a:pt x="7359073" y="0"/>
                </a:lnTo>
                <a:lnTo>
                  <a:pt x="7359073" y="7359073"/>
                </a:lnTo>
                <a:lnTo>
                  <a:pt x="0" y="73590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307013" y="1869486"/>
            <a:ext cx="7335713" cy="7335713"/>
          </a:xfrm>
          <a:custGeom>
            <a:avLst/>
            <a:gdLst/>
            <a:ahLst/>
            <a:cxnLst/>
            <a:rect r="r" b="b" t="t" l="l"/>
            <a:pathLst>
              <a:path h="7335713" w="7335713">
                <a:moveTo>
                  <a:pt x="0" y="0"/>
                </a:moveTo>
                <a:lnTo>
                  <a:pt x="7335713" y="0"/>
                </a:lnTo>
                <a:lnTo>
                  <a:pt x="7335713" y="7335712"/>
                </a:lnTo>
                <a:lnTo>
                  <a:pt x="0" y="73357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484610" y="2774527"/>
            <a:ext cx="1395630" cy="230913"/>
          </a:xfrm>
          <a:custGeom>
            <a:avLst/>
            <a:gdLst/>
            <a:ahLst/>
            <a:cxnLst/>
            <a:rect r="r" b="b" t="t" l="l"/>
            <a:pathLst>
              <a:path h="230913" w="1395630">
                <a:moveTo>
                  <a:pt x="0" y="0"/>
                </a:moveTo>
                <a:lnTo>
                  <a:pt x="1395630" y="0"/>
                </a:lnTo>
                <a:lnTo>
                  <a:pt x="1395630" y="230914"/>
                </a:lnTo>
                <a:lnTo>
                  <a:pt x="0" y="2309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44812" y="3472166"/>
            <a:ext cx="12335428" cy="345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568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DESIGN AND IMPLEMENTATION OF AN AUTONOMOUS LINE-FOLLOWING AND OBSTACLE-AVOIDING ROBOT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39829" y="210721"/>
            <a:ext cx="4417828" cy="2101230"/>
          </a:xfrm>
          <a:custGeom>
            <a:avLst/>
            <a:gdLst/>
            <a:ahLst/>
            <a:cxnLst/>
            <a:rect r="r" b="b" t="t" l="l"/>
            <a:pathLst>
              <a:path h="2101230" w="4417828">
                <a:moveTo>
                  <a:pt x="0" y="0"/>
                </a:moveTo>
                <a:lnTo>
                  <a:pt x="4417828" y="0"/>
                </a:lnTo>
                <a:lnTo>
                  <a:pt x="4417828" y="2101229"/>
                </a:lnTo>
                <a:lnTo>
                  <a:pt x="0" y="210122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7401452"/>
            <a:ext cx="4283325" cy="6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40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Presented by ;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36248" y="533739"/>
            <a:ext cx="6041050" cy="481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3"/>
              </a:lnSpc>
            </a:pPr>
            <a:r>
              <a:rPr lang="en-US" sz="2788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ELECTRICAL ENGINEERING | ELE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5076" y="8026927"/>
            <a:ext cx="4810573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674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Dodly Forbi </a:t>
            </a:r>
          </a:p>
          <a:p>
            <a:pPr algn="l" marL="539749" indent="-269875" lvl="1">
              <a:lnSpc>
                <a:spcPts val="3674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Ye-Htet_Kyaw</a:t>
            </a:r>
          </a:p>
          <a:p>
            <a:pPr algn="l" marL="539749" indent="-269875" lvl="1">
              <a:lnSpc>
                <a:spcPts val="3674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Gabriel Tchakunte</a:t>
            </a:r>
          </a:p>
          <a:p>
            <a:pPr algn="l" marL="539749" indent="-269875" lvl="1">
              <a:lnSpc>
                <a:spcPts val="3674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Abdelmalek Abraham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48825" y="8634929"/>
            <a:ext cx="4178291" cy="1652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4"/>
              </a:lnSpc>
            </a:pPr>
            <a:r>
              <a:rPr lang="en-US" sz="338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ELE Systems Engineering SS2026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41567" y="4702993"/>
            <a:ext cx="6028324" cy="6028324"/>
          </a:xfrm>
          <a:custGeom>
            <a:avLst/>
            <a:gdLst/>
            <a:ahLst/>
            <a:cxnLst/>
            <a:rect r="r" b="b" t="t" l="l"/>
            <a:pathLst>
              <a:path h="6028324" w="6028324">
                <a:moveTo>
                  <a:pt x="0" y="0"/>
                </a:moveTo>
                <a:lnTo>
                  <a:pt x="6028324" y="0"/>
                </a:lnTo>
                <a:lnTo>
                  <a:pt x="6028324" y="6028324"/>
                </a:lnTo>
                <a:lnTo>
                  <a:pt x="0" y="60283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317255"/>
            <a:ext cx="12082723" cy="6166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2020" indent="-451010" lvl="1">
              <a:lnSpc>
                <a:spcPts val="6141"/>
              </a:lnSpc>
              <a:buFont typeface="Arial"/>
              <a:buChar char="•"/>
            </a:pPr>
            <a:r>
              <a:rPr lang="en-US" sz="417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 objectives &amp; Requirements </a:t>
            </a:r>
          </a:p>
          <a:p>
            <a:pPr algn="l" marL="902020" indent="-451010" lvl="1">
              <a:lnSpc>
                <a:spcPts val="6141"/>
              </a:lnSpc>
              <a:buFont typeface="Arial"/>
              <a:buChar char="•"/>
            </a:pPr>
            <a:r>
              <a:rPr lang="en-US" sz="417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System Engineering View</a:t>
            </a:r>
            <a:r>
              <a:rPr lang="en-US" sz="417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</a:p>
          <a:p>
            <a:pPr algn="l" marL="902020" indent="-451010" lvl="1">
              <a:lnSpc>
                <a:spcPts val="6141"/>
              </a:lnSpc>
              <a:buFont typeface="Arial"/>
              <a:buChar char="•"/>
            </a:pPr>
            <a:r>
              <a:rPr lang="en-US" sz="417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Hardware and Mechanical </a:t>
            </a:r>
            <a:r>
              <a:rPr lang="en-US" sz="417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Design </a:t>
            </a:r>
          </a:p>
          <a:p>
            <a:pPr algn="l" marL="902020" indent="-451010" lvl="1">
              <a:lnSpc>
                <a:spcPts val="6141"/>
              </a:lnSpc>
              <a:buFont typeface="Arial"/>
              <a:buChar char="•"/>
            </a:pPr>
            <a:r>
              <a:rPr lang="en-US" sz="417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Software and Control Logic</a:t>
            </a:r>
          </a:p>
          <a:p>
            <a:pPr algn="l" marL="902020" indent="-451010" lvl="1">
              <a:lnSpc>
                <a:spcPts val="6141"/>
              </a:lnSpc>
              <a:buFont typeface="Arial"/>
              <a:buChar char="•"/>
            </a:pPr>
            <a:r>
              <a:rPr lang="en-US" sz="417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UML Diagrams</a:t>
            </a:r>
            <a:r>
              <a:rPr lang="en-US" sz="417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</a:p>
          <a:p>
            <a:pPr algn="l" marL="902020" indent="-451010" lvl="1">
              <a:lnSpc>
                <a:spcPts val="6141"/>
              </a:lnSpc>
              <a:buFont typeface="Arial"/>
              <a:buChar char="•"/>
            </a:pPr>
            <a:r>
              <a:rPr lang="en-US" sz="417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Testing and Results</a:t>
            </a:r>
          </a:p>
          <a:p>
            <a:pPr algn="l" marL="902020" indent="-451010" lvl="1">
              <a:lnSpc>
                <a:spcPts val="6141"/>
              </a:lnSpc>
              <a:buFont typeface="Arial"/>
              <a:buChar char="•"/>
            </a:pPr>
            <a:r>
              <a:rPr lang="en-US" sz="417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 </a:t>
            </a:r>
            <a:r>
              <a:rPr lang="en-US" sz="417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</a:p>
          <a:p>
            <a:pPr algn="l" marL="902020" indent="-451010" lvl="1">
              <a:lnSpc>
                <a:spcPts val="6141"/>
              </a:lnSpc>
              <a:buFont typeface="Arial"/>
              <a:buChar char="•"/>
            </a:pPr>
            <a:r>
              <a:rPr lang="en-US" sz="417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Future Work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15946" y="1354863"/>
            <a:ext cx="9065502" cy="706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0"/>
              </a:lnSpc>
            </a:pPr>
            <a:r>
              <a:rPr lang="en-US" sz="530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PRESENTATION OUTLINE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907996" y="-4491534"/>
            <a:ext cx="7335713" cy="7335713"/>
          </a:xfrm>
          <a:custGeom>
            <a:avLst/>
            <a:gdLst/>
            <a:ahLst/>
            <a:cxnLst/>
            <a:rect r="r" b="b" t="t" l="l"/>
            <a:pathLst>
              <a:path h="7335713" w="7335713">
                <a:moveTo>
                  <a:pt x="0" y="0"/>
                </a:moveTo>
                <a:lnTo>
                  <a:pt x="7335713" y="0"/>
                </a:lnTo>
                <a:lnTo>
                  <a:pt x="7335713" y="7335713"/>
                </a:lnTo>
                <a:lnTo>
                  <a:pt x="0" y="73357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68794" y="1028700"/>
            <a:ext cx="1395630" cy="230913"/>
          </a:xfrm>
          <a:custGeom>
            <a:avLst/>
            <a:gdLst/>
            <a:ahLst/>
            <a:cxnLst/>
            <a:rect r="r" b="b" t="t" l="l"/>
            <a:pathLst>
              <a:path h="230913" w="1395630">
                <a:moveTo>
                  <a:pt x="0" y="0"/>
                </a:moveTo>
                <a:lnTo>
                  <a:pt x="1395630" y="0"/>
                </a:lnTo>
                <a:lnTo>
                  <a:pt x="1395630" y="230913"/>
                </a:lnTo>
                <a:lnTo>
                  <a:pt x="0" y="2309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168794" y="331928"/>
            <a:ext cx="1866939" cy="462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3503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Slide 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54823" y="8825214"/>
            <a:ext cx="7335713" cy="7335713"/>
          </a:xfrm>
          <a:custGeom>
            <a:avLst/>
            <a:gdLst/>
            <a:ahLst/>
            <a:cxnLst/>
            <a:rect r="r" b="b" t="t" l="l"/>
            <a:pathLst>
              <a:path h="7335713" w="7335713">
                <a:moveTo>
                  <a:pt x="0" y="0"/>
                </a:moveTo>
                <a:lnTo>
                  <a:pt x="7335713" y="0"/>
                </a:lnTo>
                <a:lnTo>
                  <a:pt x="7335713" y="7335713"/>
                </a:lnTo>
                <a:lnTo>
                  <a:pt x="0" y="7335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12457" y="8555541"/>
            <a:ext cx="5223834" cy="5223834"/>
          </a:xfrm>
          <a:custGeom>
            <a:avLst/>
            <a:gdLst/>
            <a:ahLst/>
            <a:cxnLst/>
            <a:rect r="r" b="b" t="t" l="l"/>
            <a:pathLst>
              <a:path h="5223834" w="5223834">
                <a:moveTo>
                  <a:pt x="0" y="0"/>
                </a:moveTo>
                <a:lnTo>
                  <a:pt x="5223834" y="0"/>
                </a:lnTo>
                <a:lnTo>
                  <a:pt x="5223834" y="5223834"/>
                </a:lnTo>
                <a:lnTo>
                  <a:pt x="0" y="52238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9344" y="1341970"/>
            <a:ext cx="14115645" cy="706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0"/>
              </a:lnSpc>
            </a:pPr>
            <a:r>
              <a:rPr lang="en-US" sz="530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 OBJECTIVES &amp; REQUIREMENTS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400000">
            <a:off x="9999525" y="-1920414"/>
            <a:ext cx="1927334" cy="3714177"/>
          </a:xfrm>
          <a:custGeom>
            <a:avLst/>
            <a:gdLst/>
            <a:ahLst/>
            <a:cxnLst/>
            <a:rect r="r" b="b" t="t" l="l"/>
            <a:pathLst>
              <a:path h="3714177" w="1927334">
                <a:moveTo>
                  <a:pt x="0" y="0"/>
                </a:moveTo>
                <a:lnTo>
                  <a:pt x="1927334" y="0"/>
                </a:lnTo>
                <a:lnTo>
                  <a:pt x="1927334" y="3714177"/>
                </a:lnTo>
                <a:lnTo>
                  <a:pt x="0" y="37141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9271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59269" y="1028700"/>
            <a:ext cx="1395630" cy="230913"/>
          </a:xfrm>
          <a:custGeom>
            <a:avLst/>
            <a:gdLst/>
            <a:ahLst/>
            <a:cxnLst/>
            <a:rect r="r" b="b" t="t" l="l"/>
            <a:pathLst>
              <a:path h="230913" w="1395630">
                <a:moveTo>
                  <a:pt x="0" y="0"/>
                </a:moveTo>
                <a:lnTo>
                  <a:pt x="1395630" y="0"/>
                </a:lnTo>
                <a:lnTo>
                  <a:pt x="1395630" y="230913"/>
                </a:lnTo>
                <a:lnTo>
                  <a:pt x="0" y="2309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55432" y="3110632"/>
            <a:ext cx="8027142" cy="5241662"/>
            <a:chOff x="0" y="0"/>
            <a:chExt cx="2257842" cy="14743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7842" cy="1474353"/>
            </a:xfrm>
            <a:custGeom>
              <a:avLst/>
              <a:gdLst/>
              <a:ahLst/>
              <a:cxnLst/>
              <a:rect r="r" b="b" t="t" l="l"/>
              <a:pathLst>
                <a:path h="1474353" w="2257842">
                  <a:moveTo>
                    <a:pt x="49188" y="0"/>
                  </a:moveTo>
                  <a:lnTo>
                    <a:pt x="2208654" y="0"/>
                  </a:lnTo>
                  <a:cubicBezTo>
                    <a:pt x="2235820" y="0"/>
                    <a:pt x="2257842" y="22022"/>
                    <a:pt x="2257842" y="49188"/>
                  </a:cubicBezTo>
                  <a:lnTo>
                    <a:pt x="2257842" y="1425165"/>
                  </a:lnTo>
                  <a:cubicBezTo>
                    <a:pt x="2257842" y="1452331"/>
                    <a:pt x="2235820" y="1474353"/>
                    <a:pt x="2208654" y="1474353"/>
                  </a:cubicBezTo>
                  <a:lnTo>
                    <a:pt x="49188" y="1474353"/>
                  </a:lnTo>
                  <a:cubicBezTo>
                    <a:pt x="22022" y="1474353"/>
                    <a:pt x="0" y="1452331"/>
                    <a:pt x="0" y="1425165"/>
                  </a:cubicBezTo>
                  <a:lnTo>
                    <a:pt x="0" y="49188"/>
                  </a:lnTo>
                  <a:cubicBezTo>
                    <a:pt x="0" y="22022"/>
                    <a:pt x="22022" y="0"/>
                    <a:pt x="49188" y="0"/>
                  </a:cubicBezTo>
                  <a:close/>
                </a:path>
              </a:pathLst>
            </a:custGeom>
            <a:ln w="95250" cap="rnd">
              <a:solidFill>
                <a:srgbClr val="004AAD"/>
              </a:solidFill>
              <a:prstDash val="sysDot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257842" cy="1512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99044" y="3962437"/>
            <a:ext cx="4311604" cy="1210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1"/>
              </a:lnSpc>
            </a:pPr>
            <a:r>
              <a:rPr lang="en-US" sz="349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Follow straight and curved tracks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59269" y="331928"/>
            <a:ext cx="1866939" cy="462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3503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Slide 2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5400000">
            <a:off x="8162209" y="8843613"/>
            <a:ext cx="1162605" cy="2240463"/>
          </a:xfrm>
          <a:custGeom>
            <a:avLst/>
            <a:gdLst/>
            <a:ahLst/>
            <a:cxnLst/>
            <a:rect r="r" b="b" t="t" l="l"/>
            <a:pathLst>
              <a:path h="2240463" w="1162605">
                <a:moveTo>
                  <a:pt x="0" y="0"/>
                </a:moveTo>
                <a:lnTo>
                  <a:pt x="1162605" y="0"/>
                </a:lnTo>
                <a:lnTo>
                  <a:pt x="1162605" y="2240463"/>
                </a:lnTo>
                <a:lnTo>
                  <a:pt x="0" y="224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9271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55432" y="3208596"/>
            <a:ext cx="4746634" cy="63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5215" indent="-402607" lvl="1">
              <a:lnSpc>
                <a:spcPts val="5221"/>
              </a:lnSpc>
              <a:buFont typeface="Arial"/>
              <a:buChar char="•"/>
            </a:pPr>
            <a:r>
              <a:rPr lang="en-US" sz="3729">
                <a:solidFill>
                  <a:srgbClr val="13A3B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Line Following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9044" y="6879035"/>
            <a:ext cx="6521510" cy="965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4"/>
              </a:lnSpc>
            </a:pPr>
            <a:r>
              <a:rPr lang="en-US" sz="277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Perform alternating responses such as obstacle dodging and 180° turn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9344" y="5376696"/>
            <a:ext cx="7152024" cy="129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5215" indent="-402607" lvl="1">
              <a:lnSpc>
                <a:spcPts val="5221"/>
              </a:lnSpc>
              <a:buFont typeface="Arial"/>
              <a:buChar char="•"/>
            </a:pPr>
            <a:r>
              <a:rPr lang="en-US" sz="3729">
                <a:solidFill>
                  <a:srgbClr val="13A3B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Obstacle Detection and varied behaviour ;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768340" y="3140704"/>
            <a:ext cx="8027142" cy="6241838"/>
            <a:chOff x="0" y="0"/>
            <a:chExt cx="2257842" cy="175567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57842" cy="1755679"/>
            </a:xfrm>
            <a:custGeom>
              <a:avLst/>
              <a:gdLst/>
              <a:ahLst/>
              <a:cxnLst/>
              <a:rect r="r" b="b" t="t" l="l"/>
              <a:pathLst>
                <a:path h="1755679" w="2257842">
                  <a:moveTo>
                    <a:pt x="49188" y="0"/>
                  </a:moveTo>
                  <a:lnTo>
                    <a:pt x="2208654" y="0"/>
                  </a:lnTo>
                  <a:cubicBezTo>
                    <a:pt x="2235820" y="0"/>
                    <a:pt x="2257842" y="22022"/>
                    <a:pt x="2257842" y="49188"/>
                  </a:cubicBezTo>
                  <a:lnTo>
                    <a:pt x="2257842" y="1706491"/>
                  </a:lnTo>
                  <a:cubicBezTo>
                    <a:pt x="2257842" y="1733657"/>
                    <a:pt x="2235820" y="1755679"/>
                    <a:pt x="2208654" y="1755679"/>
                  </a:cubicBezTo>
                  <a:lnTo>
                    <a:pt x="49188" y="1755679"/>
                  </a:lnTo>
                  <a:cubicBezTo>
                    <a:pt x="22022" y="1755679"/>
                    <a:pt x="0" y="1733657"/>
                    <a:pt x="0" y="1706491"/>
                  </a:cubicBezTo>
                  <a:lnTo>
                    <a:pt x="0" y="49188"/>
                  </a:lnTo>
                  <a:cubicBezTo>
                    <a:pt x="0" y="22022"/>
                    <a:pt x="22022" y="0"/>
                    <a:pt x="49188" y="0"/>
                  </a:cubicBezTo>
                  <a:close/>
                </a:path>
              </a:pathLst>
            </a:custGeom>
            <a:ln w="95250" cap="rnd">
              <a:solidFill>
                <a:srgbClr val="004AAD"/>
              </a:solidFill>
              <a:prstDash val="sysDot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57842" cy="1793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872350" y="3387653"/>
            <a:ext cx="5635463" cy="63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5215" indent="-402607" lvl="1">
              <a:lnSpc>
                <a:spcPts val="5221"/>
              </a:lnSpc>
              <a:buFont typeface="Arial"/>
              <a:buChar char="•"/>
            </a:pPr>
            <a:r>
              <a:rPr lang="en-US" sz="3729">
                <a:solidFill>
                  <a:srgbClr val="13A3B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Arduino Uno only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50788" y="5685830"/>
            <a:ext cx="6699421" cy="198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5384" indent="-307692" lvl="1">
              <a:lnSpc>
                <a:spcPts val="3990"/>
              </a:lnSpc>
              <a:buFont typeface="Arial"/>
              <a:buChar char="•"/>
            </a:pPr>
            <a:r>
              <a:rPr lang="en-US" sz="28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pair of Ultrasonic &amp; IR sensors, L298N motor driver , 2 motors, breadboard , screws, wires and a custom chassis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72350" y="4229137"/>
            <a:ext cx="7152024" cy="129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5215" indent="-402607" lvl="1">
              <a:lnSpc>
                <a:spcPts val="5221"/>
              </a:lnSpc>
              <a:buFont typeface="Arial"/>
              <a:buChar char="•"/>
            </a:pPr>
            <a:r>
              <a:rPr lang="en-US" sz="3729">
                <a:solidFill>
                  <a:srgbClr val="13A3B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Kit Components only including ;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99390" y="2327794"/>
            <a:ext cx="4746634" cy="629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1"/>
              </a:lnSpc>
            </a:pPr>
            <a:r>
              <a:rPr lang="en-US" sz="3729">
                <a:solidFill>
                  <a:srgbClr val="FFBD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CONSTRAINTS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86482" y="2327794"/>
            <a:ext cx="3424166" cy="629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1"/>
              </a:lnSpc>
            </a:pPr>
            <a:r>
              <a:rPr lang="en-US" sz="3729">
                <a:solidFill>
                  <a:srgbClr val="FFBD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OBJECTIVES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96695" y="7876241"/>
            <a:ext cx="7152024" cy="129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5215" indent="-402607" lvl="1">
              <a:lnSpc>
                <a:spcPts val="5221"/>
              </a:lnSpc>
              <a:buFont typeface="Arial"/>
              <a:buChar char="•"/>
            </a:pPr>
            <a:r>
              <a:rPr lang="en-US" sz="3729">
                <a:solidFill>
                  <a:srgbClr val="13A3B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 track </a:t>
            </a:r>
          </a:p>
          <a:p>
            <a:pPr algn="l" marL="805215" indent="-402607" lvl="1">
              <a:lnSpc>
                <a:spcPts val="5221"/>
              </a:lnSpc>
              <a:buFont typeface="Arial"/>
              <a:buChar char="•"/>
            </a:pPr>
            <a:r>
              <a:rPr lang="en-US" sz="3729">
                <a:solidFill>
                  <a:srgbClr val="13A3B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Environment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595206" y="-3139418"/>
            <a:ext cx="3279497" cy="6319937"/>
          </a:xfrm>
          <a:custGeom>
            <a:avLst/>
            <a:gdLst/>
            <a:ahLst/>
            <a:cxnLst/>
            <a:rect r="r" b="b" t="t" l="l"/>
            <a:pathLst>
              <a:path h="6319937" w="3279497">
                <a:moveTo>
                  <a:pt x="0" y="0"/>
                </a:moveTo>
                <a:lnTo>
                  <a:pt x="3279497" y="0"/>
                </a:lnTo>
                <a:lnTo>
                  <a:pt x="3279497" y="6319937"/>
                </a:lnTo>
                <a:lnTo>
                  <a:pt x="0" y="6319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9271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94923" y="1028700"/>
            <a:ext cx="1395630" cy="230913"/>
          </a:xfrm>
          <a:custGeom>
            <a:avLst/>
            <a:gdLst/>
            <a:ahLst/>
            <a:cxnLst/>
            <a:rect r="r" b="b" t="t" l="l"/>
            <a:pathLst>
              <a:path h="230913" w="1395630">
                <a:moveTo>
                  <a:pt x="0" y="0"/>
                </a:moveTo>
                <a:lnTo>
                  <a:pt x="1395630" y="0"/>
                </a:lnTo>
                <a:lnTo>
                  <a:pt x="1395630" y="230913"/>
                </a:lnTo>
                <a:lnTo>
                  <a:pt x="0" y="2309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1234" y="1881723"/>
            <a:ext cx="13247719" cy="7224374"/>
          </a:xfrm>
          <a:custGeom>
            <a:avLst/>
            <a:gdLst/>
            <a:ahLst/>
            <a:cxnLst/>
            <a:rect r="r" b="b" t="t" l="l"/>
            <a:pathLst>
              <a:path h="7224374" w="13247719">
                <a:moveTo>
                  <a:pt x="0" y="0"/>
                </a:moveTo>
                <a:lnTo>
                  <a:pt x="13247718" y="0"/>
                </a:lnTo>
                <a:lnTo>
                  <a:pt x="13247718" y="7224374"/>
                </a:lnTo>
                <a:lnTo>
                  <a:pt x="0" y="72243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77008" y="6879073"/>
            <a:ext cx="1078744" cy="1078744"/>
          </a:xfrm>
          <a:custGeom>
            <a:avLst/>
            <a:gdLst/>
            <a:ahLst/>
            <a:cxnLst/>
            <a:rect r="r" b="b" t="t" l="l"/>
            <a:pathLst>
              <a:path h="1078744" w="1078744">
                <a:moveTo>
                  <a:pt x="0" y="0"/>
                </a:moveTo>
                <a:lnTo>
                  <a:pt x="1078744" y="0"/>
                </a:lnTo>
                <a:lnTo>
                  <a:pt x="1078744" y="1078744"/>
                </a:lnTo>
                <a:lnTo>
                  <a:pt x="0" y="10787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7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310167" y="7418445"/>
            <a:ext cx="7335713" cy="7335713"/>
          </a:xfrm>
          <a:custGeom>
            <a:avLst/>
            <a:gdLst/>
            <a:ahLst/>
            <a:cxnLst/>
            <a:rect r="r" b="b" t="t" l="l"/>
            <a:pathLst>
              <a:path h="7335713" w="7335713">
                <a:moveTo>
                  <a:pt x="0" y="0"/>
                </a:moveTo>
                <a:lnTo>
                  <a:pt x="7335713" y="0"/>
                </a:lnTo>
                <a:lnTo>
                  <a:pt x="7335713" y="7335713"/>
                </a:lnTo>
                <a:lnTo>
                  <a:pt x="0" y="73357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1234" y="954178"/>
            <a:ext cx="10423300" cy="706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0"/>
              </a:lnSpc>
            </a:pPr>
            <a:r>
              <a:rPr lang="en-US" sz="530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SYSTEM ENGINEERING 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59269" y="331928"/>
            <a:ext cx="1866939" cy="462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3503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Slide 3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828952" y="6102369"/>
            <a:ext cx="3808964" cy="3588273"/>
            <a:chOff x="0" y="0"/>
            <a:chExt cx="1003184" cy="9450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3184" cy="945060"/>
            </a:xfrm>
            <a:custGeom>
              <a:avLst/>
              <a:gdLst/>
              <a:ahLst/>
              <a:cxnLst/>
              <a:rect r="r" b="b" t="t" l="l"/>
              <a:pathLst>
                <a:path h="945060" w="1003184">
                  <a:moveTo>
                    <a:pt x="103660" y="0"/>
                  </a:moveTo>
                  <a:lnTo>
                    <a:pt x="899524" y="0"/>
                  </a:lnTo>
                  <a:cubicBezTo>
                    <a:pt x="956774" y="0"/>
                    <a:pt x="1003184" y="46410"/>
                    <a:pt x="1003184" y="103660"/>
                  </a:cubicBezTo>
                  <a:lnTo>
                    <a:pt x="1003184" y="841400"/>
                  </a:lnTo>
                  <a:cubicBezTo>
                    <a:pt x="1003184" y="898649"/>
                    <a:pt x="956774" y="945060"/>
                    <a:pt x="899524" y="945060"/>
                  </a:cubicBezTo>
                  <a:lnTo>
                    <a:pt x="103660" y="945060"/>
                  </a:lnTo>
                  <a:cubicBezTo>
                    <a:pt x="46410" y="945060"/>
                    <a:pt x="0" y="898649"/>
                    <a:pt x="0" y="841400"/>
                  </a:cubicBezTo>
                  <a:lnTo>
                    <a:pt x="0" y="103660"/>
                  </a:lnTo>
                  <a:cubicBezTo>
                    <a:pt x="0" y="46410"/>
                    <a:pt x="46410" y="0"/>
                    <a:pt x="10366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03184" cy="983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139849" y="6269247"/>
            <a:ext cx="3571633" cy="3337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1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Inputs</a:t>
            </a:r>
          </a:p>
          <a:p>
            <a:pPr algn="l" marL="371315" indent="-185658" lvl="1">
              <a:lnSpc>
                <a:spcPts val="2407"/>
              </a:lnSpc>
              <a:buFont typeface="Arial"/>
              <a:buChar char="•"/>
            </a:pPr>
            <a:r>
              <a:rPr lang="en-US" sz="171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2× IR sensors</a:t>
            </a:r>
          </a:p>
          <a:p>
            <a:pPr algn="l" marL="371315" indent="-185658" lvl="1">
              <a:lnSpc>
                <a:spcPts val="2407"/>
              </a:lnSpc>
              <a:buFont typeface="Arial"/>
              <a:buChar char="•"/>
            </a:pPr>
            <a:r>
              <a:rPr lang="en-US" sz="171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2× HC-SR04 sensors</a:t>
            </a:r>
          </a:p>
          <a:p>
            <a:pPr algn="l">
              <a:lnSpc>
                <a:spcPts val="2407"/>
              </a:lnSpc>
            </a:pPr>
            <a:r>
              <a:rPr lang="en-US" sz="171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Controller</a:t>
            </a:r>
          </a:p>
          <a:p>
            <a:pPr algn="l" marL="371315" indent="-185658" lvl="1">
              <a:lnSpc>
                <a:spcPts val="2407"/>
              </a:lnSpc>
              <a:buFont typeface="Arial"/>
              <a:buChar char="•"/>
            </a:pPr>
            <a:r>
              <a:rPr lang="en-US" sz="171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Arduino Uno</a:t>
            </a:r>
          </a:p>
          <a:p>
            <a:pPr algn="l">
              <a:lnSpc>
                <a:spcPts val="2407"/>
              </a:lnSpc>
            </a:pPr>
            <a:r>
              <a:rPr lang="en-US" sz="171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</a:t>
            </a:r>
            <a:r>
              <a:rPr lang="en-US" sz="171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utputs</a:t>
            </a:r>
          </a:p>
          <a:p>
            <a:pPr algn="l" marL="371315" indent="-185658" lvl="1">
              <a:lnSpc>
                <a:spcPts val="2407"/>
              </a:lnSpc>
              <a:buFont typeface="Arial"/>
              <a:buChar char="•"/>
            </a:pPr>
            <a:r>
              <a:rPr lang="en-US" sz="171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L298N</a:t>
            </a:r>
            <a:r>
              <a:rPr lang="en-US" sz="171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motor driver</a:t>
            </a:r>
          </a:p>
          <a:p>
            <a:pPr algn="l" marL="371315" indent="-185658" lvl="1">
              <a:lnSpc>
                <a:spcPts val="2407"/>
              </a:lnSpc>
              <a:buFont typeface="Arial"/>
              <a:buChar char="•"/>
            </a:pPr>
            <a:r>
              <a:rPr lang="en-US" sz="171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Differential drive motors</a:t>
            </a:r>
          </a:p>
          <a:p>
            <a:pPr algn="l">
              <a:lnSpc>
                <a:spcPts val="2407"/>
              </a:lnSpc>
            </a:pPr>
            <a:r>
              <a:rPr lang="en-US" sz="171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Power</a:t>
            </a:r>
          </a:p>
          <a:p>
            <a:pPr algn="l" marL="371315" indent="-185658" lvl="1">
              <a:lnSpc>
                <a:spcPts val="2407"/>
              </a:lnSpc>
              <a:buFont typeface="Arial"/>
              <a:buChar char="•"/>
            </a:pPr>
            <a:r>
              <a:rPr lang="en-US" sz="171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11.1V LiPo</a:t>
            </a:r>
          </a:p>
          <a:p>
            <a:pPr algn="l">
              <a:lnSpc>
                <a:spcPts val="2407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2416" y="-125681"/>
            <a:ext cx="3396945" cy="3396945"/>
          </a:xfrm>
          <a:custGeom>
            <a:avLst/>
            <a:gdLst/>
            <a:ahLst/>
            <a:cxnLst/>
            <a:rect r="r" b="b" t="t" l="l"/>
            <a:pathLst>
              <a:path h="3396945" w="3396945">
                <a:moveTo>
                  <a:pt x="0" y="0"/>
                </a:moveTo>
                <a:lnTo>
                  <a:pt x="3396945" y="0"/>
                </a:lnTo>
                <a:lnTo>
                  <a:pt x="3396945" y="3396945"/>
                </a:lnTo>
                <a:lnTo>
                  <a:pt x="0" y="33969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83082" y="-780807"/>
            <a:ext cx="6942573" cy="13379073"/>
          </a:xfrm>
          <a:custGeom>
            <a:avLst/>
            <a:gdLst/>
            <a:ahLst/>
            <a:cxnLst/>
            <a:rect r="r" b="b" t="t" l="l"/>
            <a:pathLst>
              <a:path h="13379073" w="6942573">
                <a:moveTo>
                  <a:pt x="0" y="0"/>
                </a:moveTo>
                <a:lnTo>
                  <a:pt x="6942574" y="0"/>
                </a:lnTo>
                <a:lnTo>
                  <a:pt x="6942574" y="13379073"/>
                </a:lnTo>
                <a:lnTo>
                  <a:pt x="0" y="133790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9271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58434" y="8093602"/>
            <a:ext cx="7359073" cy="7359073"/>
          </a:xfrm>
          <a:custGeom>
            <a:avLst/>
            <a:gdLst/>
            <a:ahLst/>
            <a:cxnLst/>
            <a:rect r="r" b="b" t="t" l="l"/>
            <a:pathLst>
              <a:path h="7359073" w="7359073">
                <a:moveTo>
                  <a:pt x="0" y="0"/>
                </a:moveTo>
                <a:lnTo>
                  <a:pt x="7359073" y="0"/>
                </a:lnTo>
                <a:lnTo>
                  <a:pt x="7359073" y="7359073"/>
                </a:lnTo>
                <a:lnTo>
                  <a:pt x="0" y="73590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307013" y="1869486"/>
            <a:ext cx="7335713" cy="7335713"/>
          </a:xfrm>
          <a:custGeom>
            <a:avLst/>
            <a:gdLst/>
            <a:ahLst/>
            <a:cxnLst/>
            <a:rect r="r" b="b" t="t" l="l"/>
            <a:pathLst>
              <a:path h="7335713" w="7335713">
                <a:moveTo>
                  <a:pt x="0" y="0"/>
                </a:moveTo>
                <a:lnTo>
                  <a:pt x="7335713" y="0"/>
                </a:lnTo>
                <a:lnTo>
                  <a:pt x="7335713" y="7335712"/>
                </a:lnTo>
                <a:lnTo>
                  <a:pt x="0" y="73357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456648" y="1742430"/>
            <a:ext cx="1395630" cy="230913"/>
          </a:xfrm>
          <a:custGeom>
            <a:avLst/>
            <a:gdLst/>
            <a:ahLst/>
            <a:cxnLst/>
            <a:rect r="r" b="b" t="t" l="l"/>
            <a:pathLst>
              <a:path h="230913" w="1395630">
                <a:moveTo>
                  <a:pt x="0" y="0"/>
                </a:moveTo>
                <a:lnTo>
                  <a:pt x="1395630" y="0"/>
                </a:lnTo>
                <a:lnTo>
                  <a:pt x="1395630" y="230914"/>
                </a:lnTo>
                <a:lnTo>
                  <a:pt x="0" y="2309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309473" y="2588847"/>
            <a:ext cx="10195075" cy="3912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39"/>
              </a:lnSpc>
            </a:pPr>
            <a:r>
              <a:rPr lang="en-US" sz="8544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HARDWARE AND MECHANICAL DESIGN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04186" y="6402799"/>
            <a:ext cx="4283325" cy="6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40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Presented by ;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36248" y="533739"/>
            <a:ext cx="6041050" cy="481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3"/>
              </a:lnSpc>
            </a:pPr>
            <a:r>
              <a:rPr lang="en-US" sz="2788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ELECTRICAL ENGINEERING | ELE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04186" y="7395448"/>
            <a:ext cx="4810573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674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Dodly Forbi </a:t>
            </a:r>
          </a:p>
          <a:p>
            <a:pPr algn="l" marL="539749" indent="-269875" lvl="1">
              <a:lnSpc>
                <a:spcPts val="3674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Ye-Htet_Kyaw</a:t>
            </a:r>
          </a:p>
          <a:p>
            <a:pPr algn="l" marL="539749" indent="-269875" lvl="1">
              <a:lnSpc>
                <a:spcPts val="3674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Gabriel Tchakunte</a:t>
            </a:r>
          </a:p>
          <a:p>
            <a:pPr algn="l" marL="539749" indent="-269875" lvl="1">
              <a:lnSpc>
                <a:spcPts val="3674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Abdelmalek Abraham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48825" y="8634929"/>
            <a:ext cx="4178291" cy="1652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4"/>
              </a:lnSpc>
            </a:pPr>
            <a:r>
              <a:rPr lang="en-US" sz="338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ELE Systems Engineering SS2026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49613" y="1238915"/>
            <a:ext cx="1866939" cy="462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3503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Slide 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13552" y="9865000"/>
            <a:ext cx="7335713" cy="7335713"/>
          </a:xfrm>
          <a:custGeom>
            <a:avLst/>
            <a:gdLst/>
            <a:ahLst/>
            <a:cxnLst/>
            <a:rect r="r" b="b" t="t" l="l"/>
            <a:pathLst>
              <a:path h="7335713" w="7335713">
                <a:moveTo>
                  <a:pt x="0" y="0"/>
                </a:moveTo>
                <a:lnTo>
                  <a:pt x="7335713" y="0"/>
                </a:lnTo>
                <a:lnTo>
                  <a:pt x="7335713" y="7335713"/>
                </a:lnTo>
                <a:lnTo>
                  <a:pt x="0" y="7335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76083" y="3163325"/>
            <a:ext cx="5223834" cy="5223834"/>
          </a:xfrm>
          <a:custGeom>
            <a:avLst/>
            <a:gdLst/>
            <a:ahLst/>
            <a:cxnLst/>
            <a:rect r="r" b="b" t="t" l="l"/>
            <a:pathLst>
              <a:path h="5223834" w="5223834">
                <a:moveTo>
                  <a:pt x="0" y="0"/>
                </a:moveTo>
                <a:lnTo>
                  <a:pt x="5223834" y="0"/>
                </a:lnTo>
                <a:lnTo>
                  <a:pt x="5223834" y="5223835"/>
                </a:lnTo>
                <a:lnTo>
                  <a:pt x="0" y="5223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4659" y="554128"/>
            <a:ext cx="8496637" cy="1535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2"/>
              </a:lnSpc>
            </a:pPr>
            <a:r>
              <a:rPr lang="en-US" sz="530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HARDWARE IMPLEMENTATION (1/5)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400000">
            <a:off x="9742505" y="-4598378"/>
            <a:ext cx="4002583" cy="7713400"/>
          </a:xfrm>
          <a:custGeom>
            <a:avLst/>
            <a:gdLst/>
            <a:ahLst/>
            <a:cxnLst/>
            <a:rect r="r" b="b" t="t" l="l"/>
            <a:pathLst>
              <a:path h="7713400" w="4002583">
                <a:moveTo>
                  <a:pt x="0" y="0"/>
                </a:moveTo>
                <a:lnTo>
                  <a:pt x="4002583" y="0"/>
                </a:lnTo>
                <a:lnTo>
                  <a:pt x="4002583" y="7713400"/>
                </a:lnTo>
                <a:lnTo>
                  <a:pt x="0" y="7713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9271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59269" y="797787"/>
            <a:ext cx="1395630" cy="230913"/>
          </a:xfrm>
          <a:custGeom>
            <a:avLst/>
            <a:gdLst/>
            <a:ahLst/>
            <a:cxnLst/>
            <a:rect r="r" b="b" t="t" l="l"/>
            <a:pathLst>
              <a:path h="230913" w="1395630">
                <a:moveTo>
                  <a:pt x="0" y="0"/>
                </a:moveTo>
                <a:lnTo>
                  <a:pt x="1395630" y="0"/>
                </a:lnTo>
                <a:lnTo>
                  <a:pt x="1395630" y="230913"/>
                </a:lnTo>
                <a:lnTo>
                  <a:pt x="0" y="2309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7" id="7"/>
          <p:cNvGraphicFramePr/>
          <p:nvPr/>
        </p:nvGraphicFramePr>
        <p:xfrm>
          <a:off x="694659" y="2402737"/>
          <a:ext cx="7586157" cy="4274588"/>
        </p:xfrm>
        <a:graphic>
          <a:graphicData uri="http://schemas.openxmlformats.org/presentationml/2006/ole">
            <p:oleObj imgW="9105900" imgH="5791200" r:id="rId11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8" id="8"/>
          <p:cNvSpPr/>
          <p:nvPr/>
        </p:nvSpPr>
        <p:spPr>
          <a:xfrm flipH="false" flipV="false" rot="-189312">
            <a:off x="13688753" y="3887601"/>
            <a:ext cx="2786519" cy="2786519"/>
          </a:xfrm>
          <a:custGeom>
            <a:avLst/>
            <a:gdLst/>
            <a:ahLst/>
            <a:cxnLst/>
            <a:rect r="r" b="b" t="t" l="l"/>
            <a:pathLst>
              <a:path h="2786519" w="2786519">
                <a:moveTo>
                  <a:pt x="0" y="0"/>
                </a:moveTo>
                <a:lnTo>
                  <a:pt x="2786519" y="0"/>
                </a:lnTo>
                <a:lnTo>
                  <a:pt x="2786519" y="2786518"/>
                </a:lnTo>
                <a:lnTo>
                  <a:pt x="0" y="278651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790530" y="5981317"/>
            <a:ext cx="5465375" cy="1657425"/>
          </a:xfrm>
          <a:custGeom>
            <a:avLst/>
            <a:gdLst/>
            <a:ahLst/>
            <a:cxnLst/>
            <a:rect r="r" b="b" t="t" l="l"/>
            <a:pathLst>
              <a:path h="1657425" w="5465375">
                <a:moveTo>
                  <a:pt x="0" y="0"/>
                </a:moveTo>
                <a:lnTo>
                  <a:pt x="5465375" y="0"/>
                </a:lnTo>
                <a:lnTo>
                  <a:pt x="5465375" y="1657425"/>
                </a:lnTo>
                <a:lnTo>
                  <a:pt x="0" y="16574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55071" r="0" b="-51022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159269" y="331928"/>
            <a:ext cx="1866939" cy="462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3503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Slide 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9971" y="8757596"/>
            <a:ext cx="10645208" cy="305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  <a:spcBef>
                <a:spcPct val="0"/>
              </a:spcBef>
            </a:pPr>
            <a:r>
              <a:rPr lang="en-US" sz="2279">
                <a:solidFill>
                  <a:srgbClr val="EF3A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Mounts and Holders were designed on SolidWorks and then printed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29952" y="8671452"/>
            <a:ext cx="4950322" cy="4950322"/>
          </a:xfrm>
          <a:custGeom>
            <a:avLst/>
            <a:gdLst/>
            <a:ahLst/>
            <a:cxnLst/>
            <a:rect r="r" b="b" t="t" l="l"/>
            <a:pathLst>
              <a:path h="4950322" w="4950322">
                <a:moveTo>
                  <a:pt x="0" y="0"/>
                </a:moveTo>
                <a:lnTo>
                  <a:pt x="4950321" y="0"/>
                </a:lnTo>
                <a:lnTo>
                  <a:pt x="4950321" y="4950322"/>
                </a:lnTo>
                <a:lnTo>
                  <a:pt x="0" y="4950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40631" y="3163325"/>
            <a:ext cx="4459286" cy="4459286"/>
          </a:xfrm>
          <a:custGeom>
            <a:avLst/>
            <a:gdLst/>
            <a:ahLst/>
            <a:cxnLst/>
            <a:rect r="r" b="b" t="t" l="l"/>
            <a:pathLst>
              <a:path h="4459286" w="4459286">
                <a:moveTo>
                  <a:pt x="0" y="0"/>
                </a:moveTo>
                <a:lnTo>
                  <a:pt x="4459286" y="0"/>
                </a:lnTo>
                <a:lnTo>
                  <a:pt x="4459286" y="4459286"/>
                </a:lnTo>
                <a:lnTo>
                  <a:pt x="0" y="44592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59269" y="913243"/>
            <a:ext cx="1395630" cy="230913"/>
          </a:xfrm>
          <a:custGeom>
            <a:avLst/>
            <a:gdLst/>
            <a:ahLst/>
            <a:cxnLst/>
            <a:rect r="r" b="b" t="t" l="l"/>
            <a:pathLst>
              <a:path h="230913" w="1395630">
                <a:moveTo>
                  <a:pt x="0" y="0"/>
                </a:moveTo>
                <a:lnTo>
                  <a:pt x="1395630" y="0"/>
                </a:lnTo>
                <a:lnTo>
                  <a:pt x="1395630" y="230914"/>
                </a:lnTo>
                <a:lnTo>
                  <a:pt x="0" y="230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45208" y="4047875"/>
            <a:ext cx="3808964" cy="1345093"/>
            <a:chOff x="0" y="0"/>
            <a:chExt cx="1003184" cy="3542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3184" cy="354263"/>
            </a:xfrm>
            <a:custGeom>
              <a:avLst/>
              <a:gdLst/>
              <a:ahLst/>
              <a:cxnLst/>
              <a:rect r="r" b="b" t="t" l="l"/>
              <a:pathLst>
                <a:path h="354263" w="1003184">
                  <a:moveTo>
                    <a:pt x="103660" y="0"/>
                  </a:moveTo>
                  <a:lnTo>
                    <a:pt x="899524" y="0"/>
                  </a:lnTo>
                  <a:cubicBezTo>
                    <a:pt x="956774" y="0"/>
                    <a:pt x="1003184" y="46410"/>
                    <a:pt x="1003184" y="103660"/>
                  </a:cubicBezTo>
                  <a:lnTo>
                    <a:pt x="1003184" y="250603"/>
                  </a:lnTo>
                  <a:cubicBezTo>
                    <a:pt x="1003184" y="307853"/>
                    <a:pt x="956774" y="354263"/>
                    <a:pt x="899524" y="354263"/>
                  </a:cubicBezTo>
                  <a:lnTo>
                    <a:pt x="103660" y="354263"/>
                  </a:lnTo>
                  <a:cubicBezTo>
                    <a:pt x="46410" y="354263"/>
                    <a:pt x="0" y="307853"/>
                    <a:pt x="0" y="250603"/>
                  </a:cubicBezTo>
                  <a:lnTo>
                    <a:pt x="0" y="103660"/>
                  </a:lnTo>
                  <a:cubicBezTo>
                    <a:pt x="0" y="46410"/>
                    <a:pt x="46410" y="0"/>
                    <a:pt x="103660" y="0"/>
                  </a:cubicBezTo>
                  <a:close/>
                </a:path>
              </a:pathLst>
            </a:custGeom>
            <a:ln w="114300" cap="rnd">
              <a:solidFill>
                <a:srgbClr val="004AAD"/>
              </a:solidFill>
              <a:prstDash val="sysDot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003184" cy="420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sz="3299">
                  <a:solidFill>
                    <a:srgbClr val="004AA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Ye Htet Tchew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404879" y="3241265"/>
            <a:ext cx="689623" cy="689623"/>
          </a:xfrm>
          <a:custGeom>
            <a:avLst/>
            <a:gdLst/>
            <a:ahLst/>
            <a:cxnLst/>
            <a:rect r="r" b="b" t="t" l="l"/>
            <a:pathLst>
              <a:path h="689623" w="689623">
                <a:moveTo>
                  <a:pt x="0" y="0"/>
                </a:moveTo>
                <a:lnTo>
                  <a:pt x="689623" y="0"/>
                </a:lnTo>
                <a:lnTo>
                  <a:pt x="689623" y="689623"/>
                </a:lnTo>
                <a:lnTo>
                  <a:pt x="0" y="6896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482876" y="1242957"/>
            <a:ext cx="12543331" cy="9044043"/>
          </a:xfrm>
          <a:custGeom>
            <a:avLst/>
            <a:gdLst/>
            <a:ahLst/>
            <a:cxnLst/>
            <a:rect r="r" b="b" t="t" l="l"/>
            <a:pathLst>
              <a:path h="9044043" w="12543331">
                <a:moveTo>
                  <a:pt x="0" y="0"/>
                </a:moveTo>
                <a:lnTo>
                  <a:pt x="12543331" y="0"/>
                </a:lnTo>
                <a:lnTo>
                  <a:pt x="12543331" y="9044043"/>
                </a:lnTo>
                <a:lnTo>
                  <a:pt x="0" y="904404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130" t="-193" r="0" b="-19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151518" y="3241265"/>
            <a:ext cx="4016973" cy="3698963"/>
          </a:xfrm>
          <a:custGeom>
            <a:avLst/>
            <a:gdLst/>
            <a:ahLst/>
            <a:cxnLst/>
            <a:rect r="r" b="b" t="t" l="l"/>
            <a:pathLst>
              <a:path h="3698963" w="4016973">
                <a:moveTo>
                  <a:pt x="0" y="0"/>
                </a:moveTo>
                <a:lnTo>
                  <a:pt x="4016973" y="0"/>
                </a:lnTo>
                <a:lnTo>
                  <a:pt x="4016973" y="3698963"/>
                </a:lnTo>
                <a:lnTo>
                  <a:pt x="0" y="369896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31135" y="474734"/>
            <a:ext cx="13245448" cy="768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6"/>
              </a:lnSpc>
            </a:pPr>
            <a:r>
              <a:rPr lang="en-US" sz="530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HARDWARE IMPLEMENTATION (2/5)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59269" y="331928"/>
            <a:ext cx="1866939" cy="462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3503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Slide 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8870" y="1523705"/>
            <a:ext cx="4741641" cy="46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6415" indent="-378207" lvl="1">
              <a:lnSpc>
                <a:spcPts val="3503"/>
              </a:lnSpc>
              <a:buFont typeface="Arial"/>
              <a:buChar char="•"/>
            </a:pPr>
            <a:r>
              <a:rPr lang="en-US" b="true" sz="3503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IR sensor  Holder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9094" y="3717495"/>
            <a:ext cx="3571633" cy="28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1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Ye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29952" y="8671452"/>
            <a:ext cx="4950322" cy="4950322"/>
          </a:xfrm>
          <a:custGeom>
            <a:avLst/>
            <a:gdLst/>
            <a:ahLst/>
            <a:cxnLst/>
            <a:rect r="r" b="b" t="t" l="l"/>
            <a:pathLst>
              <a:path h="4950322" w="4950322">
                <a:moveTo>
                  <a:pt x="0" y="0"/>
                </a:moveTo>
                <a:lnTo>
                  <a:pt x="4950321" y="0"/>
                </a:lnTo>
                <a:lnTo>
                  <a:pt x="4950321" y="4950322"/>
                </a:lnTo>
                <a:lnTo>
                  <a:pt x="0" y="4950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91207" y="1247589"/>
            <a:ext cx="11396793" cy="8481445"/>
          </a:xfrm>
          <a:custGeom>
            <a:avLst/>
            <a:gdLst/>
            <a:ahLst/>
            <a:cxnLst/>
            <a:rect r="r" b="b" t="t" l="l"/>
            <a:pathLst>
              <a:path h="8481445" w="11396793">
                <a:moveTo>
                  <a:pt x="0" y="0"/>
                </a:moveTo>
                <a:lnTo>
                  <a:pt x="11396793" y="0"/>
                </a:lnTo>
                <a:lnTo>
                  <a:pt x="11396793" y="8481445"/>
                </a:lnTo>
                <a:lnTo>
                  <a:pt x="0" y="84814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078" t="-19705" r="-4955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40631" y="3163325"/>
            <a:ext cx="4459286" cy="4459286"/>
          </a:xfrm>
          <a:custGeom>
            <a:avLst/>
            <a:gdLst/>
            <a:ahLst/>
            <a:cxnLst/>
            <a:rect r="r" b="b" t="t" l="l"/>
            <a:pathLst>
              <a:path h="4459286" w="4459286">
                <a:moveTo>
                  <a:pt x="0" y="0"/>
                </a:moveTo>
                <a:lnTo>
                  <a:pt x="4459286" y="0"/>
                </a:lnTo>
                <a:lnTo>
                  <a:pt x="4459286" y="4459286"/>
                </a:lnTo>
                <a:lnTo>
                  <a:pt x="0" y="44592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59269" y="913243"/>
            <a:ext cx="1395630" cy="230913"/>
          </a:xfrm>
          <a:custGeom>
            <a:avLst/>
            <a:gdLst/>
            <a:ahLst/>
            <a:cxnLst/>
            <a:rect r="r" b="b" t="t" l="l"/>
            <a:pathLst>
              <a:path h="230913" w="1395630">
                <a:moveTo>
                  <a:pt x="0" y="0"/>
                </a:moveTo>
                <a:lnTo>
                  <a:pt x="1395630" y="0"/>
                </a:lnTo>
                <a:lnTo>
                  <a:pt x="1395630" y="230914"/>
                </a:lnTo>
                <a:lnTo>
                  <a:pt x="0" y="2309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99233">
            <a:off x="12070434" y="5605299"/>
            <a:ext cx="1873422" cy="1201332"/>
          </a:xfrm>
          <a:custGeom>
            <a:avLst/>
            <a:gdLst/>
            <a:ahLst/>
            <a:cxnLst/>
            <a:rect r="r" b="b" t="t" l="l"/>
            <a:pathLst>
              <a:path h="1201332" w="1873422">
                <a:moveTo>
                  <a:pt x="0" y="0"/>
                </a:moveTo>
                <a:lnTo>
                  <a:pt x="1873423" y="0"/>
                </a:lnTo>
                <a:lnTo>
                  <a:pt x="1873423" y="1201332"/>
                </a:lnTo>
                <a:lnTo>
                  <a:pt x="0" y="12013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17158">
            <a:off x="11716777" y="3609476"/>
            <a:ext cx="3266546" cy="1534024"/>
          </a:xfrm>
          <a:custGeom>
            <a:avLst/>
            <a:gdLst/>
            <a:ahLst/>
            <a:cxnLst/>
            <a:rect r="r" b="b" t="t" l="l"/>
            <a:pathLst>
              <a:path h="1534024" w="3266546">
                <a:moveTo>
                  <a:pt x="0" y="0"/>
                </a:moveTo>
                <a:lnTo>
                  <a:pt x="3266546" y="0"/>
                </a:lnTo>
                <a:lnTo>
                  <a:pt x="3266546" y="1534024"/>
                </a:lnTo>
                <a:lnTo>
                  <a:pt x="0" y="153402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1471" t="-23834" r="-13129" b="-14503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58823" y="4240384"/>
            <a:ext cx="3808964" cy="1534666"/>
            <a:chOff x="0" y="0"/>
            <a:chExt cx="1003184" cy="4041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3184" cy="404192"/>
            </a:xfrm>
            <a:custGeom>
              <a:avLst/>
              <a:gdLst/>
              <a:ahLst/>
              <a:cxnLst/>
              <a:rect r="r" b="b" t="t" l="l"/>
              <a:pathLst>
                <a:path h="404192" w="1003184">
                  <a:moveTo>
                    <a:pt x="103660" y="0"/>
                  </a:moveTo>
                  <a:lnTo>
                    <a:pt x="899524" y="0"/>
                  </a:lnTo>
                  <a:cubicBezTo>
                    <a:pt x="956774" y="0"/>
                    <a:pt x="1003184" y="46410"/>
                    <a:pt x="1003184" y="103660"/>
                  </a:cubicBezTo>
                  <a:lnTo>
                    <a:pt x="1003184" y="300532"/>
                  </a:lnTo>
                  <a:cubicBezTo>
                    <a:pt x="1003184" y="357782"/>
                    <a:pt x="956774" y="404192"/>
                    <a:pt x="899524" y="404192"/>
                  </a:cubicBezTo>
                  <a:lnTo>
                    <a:pt x="103660" y="404192"/>
                  </a:lnTo>
                  <a:cubicBezTo>
                    <a:pt x="46410" y="404192"/>
                    <a:pt x="0" y="357782"/>
                    <a:pt x="0" y="300532"/>
                  </a:cubicBezTo>
                  <a:lnTo>
                    <a:pt x="0" y="103660"/>
                  </a:lnTo>
                  <a:cubicBezTo>
                    <a:pt x="0" y="46410"/>
                    <a:pt x="46410" y="0"/>
                    <a:pt x="103660" y="0"/>
                  </a:cubicBezTo>
                  <a:close/>
                </a:path>
              </a:pathLst>
            </a:custGeom>
            <a:ln w="114300" cap="rnd">
              <a:solidFill>
                <a:srgbClr val="004AAD"/>
              </a:solidFill>
              <a:prstDash val="sysDot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003184" cy="4708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sz="3299">
                  <a:solidFill>
                    <a:srgbClr val="004AA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Gabriel Tchakunte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511881" y="3417411"/>
            <a:ext cx="702848" cy="702848"/>
          </a:xfrm>
          <a:custGeom>
            <a:avLst/>
            <a:gdLst/>
            <a:ahLst/>
            <a:cxnLst/>
            <a:rect r="r" b="b" t="t" l="l"/>
            <a:pathLst>
              <a:path h="702848" w="702848">
                <a:moveTo>
                  <a:pt x="0" y="0"/>
                </a:moveTo>
                <a:lnTo>
                  <a:pt x="702848" y="0"/>
                </a:lnTo>
                <a:lnTo>
                  <a:pt x="702848" y="702848"/>
                </a:lnTo>
                <a:lnTo>
                  <a:pt x="0" y="70284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67827" y="484092"/>
            <a:ext cx="13245448" cy="768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6"/>
              </a:lnSpc>
            </a:pPr>
            <a:r>
              <a:rPr lang="en-US" sz="530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HARDWARE IMPLEMENTATION (3/5)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159269" y="331928"/>
            <a:ext cx="1866939" cy="462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3503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Slide 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3595" y="1398120"/>
            <a:ext cx="4099420" cy="970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3236" indent="-356618" lvl="1">
              <a:lnSpc>
                <a:spcPts val="3898"/>
              </a:lnSpc>
              <a:buFont typeface="Arial"/>
              <a:buChar char="•"/>
            </a:pPr>
            <a:r>
              <a:rPr lang="en-US" b="true" sz="3303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Ultrasonic Sensor Holder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74197" y="1478799"/>
            <a:ext cx="13352010" cy="8611206"/>
          </a:xfrm>
          <a:custGeom>
            <a:avLst/>
            <a:gdLst/>
            <a:ahLst/>
            <a:cxnLst/>
            <a:rect r="r" b="b" t="t" l="l"/>
            <a:pathLst>
              <a:path h="8611206" w="13352010">
                <a:moveTo>
                  <a:pt x="0" y="0"/>
                </a:moveTo>
                <a:lnTo>
                  <a:pt x="13352010" y="0"/>
                </a:lnTo>
                <a:lnTo>
                  <a:pt x="13352010" y="8611206"/>
                </a:lnTo>
                <a:lnTo>
                  <a:pt x="0" y="86112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805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29952" y="8671452"/>
            <a:ext cx="4950322" cy="4950322"/>
          </a:xfrm>
          <a:custGeom>
            <a:avLst/>
            <a:gdLst/>
            <a:ahLst/>
            <a:cxnLst/>
            <a:rect r="r" b="b" t="t" l="l"/>
            <a:pathLst>
              <a:path h="4950322" w="4950322">
                <a:moveTo>
                  <a:pt x="0" y="0"/>
                </a:moveTo>
                <a:lnTo>
                  <a:pt x="4950321" y="0"/>
                </a:lnTo>
                <a:lnTo>
                  <a:pt x="4950321" y="4950322"/>
                </a:lnTo>
                <a:lnTo>
                  <a:pt x="0" y="49503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40631" y="3163325"/>
            <a:ext cx="4459286" cy="4459286"/>
          </a:xfrm>
          <a:custGeom>
            <a:avLst/>
            <a:gdLst/>
            <a:ahLst/>
            <a:cxnLst/>
            <a:rect r="r" b="b" t="t" l="l"/>
            <a:pathLst>
              <a:path h="4459286" w="4459286">
                <a:moveTo>
                  <a:pt x="0" y="0"/>
                </a:moveTo>
                <a:lnTo>
                  <a:pt x="4459286" y="0"/>
                </a:lnTo>
                <a:lnTo>
                  <a:pt x="4459286" y="4459286"/>
                </a:lnTo>
                <a:lnTo>
                  <a:pt x="0" y="44592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59269" y="913243"/>
            <a:ext cx="1395630" cy="230913"/>
          </a:xfrm>
          <a:custGeom>
            <a:avLst/>
            <a:gdLst/>
            <a:ahLst/>
            <a:cxnLst/>
            <a:rect r="r" b="b" t="t" l="l"/>
            <a:pathLst>
              <a:path h="230913" w="1395630">
                <a:moveTo>
                  <a:pt x="0" y="0"/>
                </a:moveTo>
                <a:lnTo>
                  <a:pt x="1395630" y="0"/>
                </a:lnTo>
                <a:lnTo>
                  <a:pt x="1395630" y="230914"/>
                </a:lnTo>
                <a:lnTo>
                  <a:pt x="0" y="2309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334682" y="5335402"/>
            <a:ext cx="3520411" cy="2422483"/>
          </a:xfrm>
          <a:custGeom>
            <a:avLst/>
            <a:gdLst/>
            <a:ahLst/>
            <a:cxnLst/>
            <a:rect r="r" b="b" t="t" l="l"/>
            <a:pathLst>
              <a:path h="2422483" w="3520411">
                <a:moveTo>
                  <a:pt x="0" y="0"/>
                </a:moveTo>
                <a:lnTo>
                  <a:pt x="3520412" y="0"/>
                </a:lnTo>
                <a:lnTo>
                  <a:pt x="3520412" y="2422483"/>
                </a:lnTo>
                <a:lnTo>
                  <a:pt x="0" y="24224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607993" y="3952665"/>
            <a:ext cx="3456702" cy="3276996"/>
          </a:xfrm>
          <a:custGeom>
            <a:avLst/>
            <a:gdLst/>
            <a:ahLst/>
            <a:cxnLst/>
            <a:rect r="r" b="b" t="t" l="l"/>
            <a:pathLst>
              <a:path h="3276996" w="3456702">
                <a:moveTo>
                  <a:pt x="0" y="0"/>
                </a:moveTo>
                <a:lnTo>
                  <a:pt x="3456702" y="0"/>
                </a:lnTo>
                <a:lnTo>
                  <a:pt x="3456702" y="3276996"/>
                </a:lnTo>
                <a:lnTo>
                  <a:pt x="0" y="32769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45208" y="4547891"/>
            <a:ext cx="3808964" cy="1534666"/>
            <a:chOff x="0" y="0"/>
            <a:chExt cx="1003184" cy="4041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3184" cy="404192"/>
            </a:xfrm>
            <a:custGeom>
              <a:avLst/>
              <a:gdLst/>
              <a:ahLst/>
              <a:cxnLst/>
              <a:rect r="r" b="b" t="t" l="l"/>
              <a:pathLst>
                <a:path h="404192" w="1003184">
                  <a:moveTo>
                    <a:pt x="103660" y="0"/>
                  </a:moveTo>
                  <a:lnTo>
                    <a:pt x="899524" y="0"/>
                  </a:lnTo>
                  <a:cubicBezTo>
                    <a:pt x="956774" y="0"/>
                    <a:pt x="1003184" y="46410"/>
                    <a:pt x="1003184" y="103660"/>
                  </a:cubicBezTo>
                  <a:lnTo>
                    <a:pt x="1003184" y="300532"/>
                  </a:lnTo>
                  <a:cubicBezTo>
                    <a:pt x="1003184" y="357782"/>
                    <a:pt x="956774" y="404192"/>
                    <a:pt x="899524" y="404192"/>
                  </a:cubicBezTo>
                  <a:lnTo>
                    <a:pt x="103660" y="404192"/>
                  </a:lnTo>
                  <a:cubicBezTo>
                    <a:pt x="46410" y="404192"/>
                    <a:pt x="0" y="357782"/>
                    <a:pt x="0" y="300532"/>
                  </a:cubicBezTo>
                  <a:lnTo>
                    <a:pt x="0" y="103660"/>
                  </a:lnTo>
                  <a:cubicBezTo>
                    <a:pt x="0" y="46410"/>
                    <a:pt x="46410" y="0"/>
                    <a:pt x="103660" y="0"/>
                  </a:cubicBezTo>
                  <a:close/>
                </a:path>
              </a:pathLst>
            </a:custGeom>
            <a:ln w="114300" cap="rnd">
              <a:solidFill>
                <a:srgbClr val="004AAD"/>
              </a:solidFill>
              <a:prstDash val="sysDot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003184" cy="4708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sz="3299">
                  <a:solidFill>
                    <a:srgbClr val="004AA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Abdelmalek Abraham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359006" y="3561980"/>
            <a:ext cx="781369" cy="781369"/>
          </a:xfrm>
          <a:custGeom>
            <a:avLst/>
            <a:gdLst/>
            <a:ahLst/>
            <a:cxnLst/>
            <a:rect r="r" b="b" t="t" l="l"/>
            <a:pathLst>
              <a:path h="781369" w="781369">
                <a:moveTo>
                  <a:pt x="0" y="0"/>
                </a:moveTo>
                <a:lnTo>
                  <a:pt x="781369" y="0"/>
                </a:lnTo>
                <a:lnTo>
                  <a:pt x="781369" y="781369"/>
                </a:lnTo>
                <a:lnTo>
                  <a:pt x="0" y="78136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429682"/>
            <a:ext cx="13245448" cy="768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6"/>
              </a:lnSpc>
            </a:pPr>
            <a:r>
              <a:rPr lang="en-US" sz="530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HARDWARE IMPLEMENTATION (4/5)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159269" y="331928"/>
            <a:ext cx="1866939" cy="462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3503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Slide 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45208" y="1498532"/>
            <a:ext cx="5261534" cy="46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6415" indent="-378207" lvl="1">
              <a:lnSpc>
                <a:spcPts val="3503"/>
              </a:lnSpc>
              <a:buFont typeface="Arial"/>
              <a:buChar char="•"/>
            </a:pPr>
            <a:r>
              <a:rPr lang="en-US" b="true" sz="3503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Ultrasonic Sensor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29952" y="8671452"/>
            <a:ext cx="4950322" cy="4950322"/>
          </a:xfrm>
          <a:custGeom>
            <a:avLst/>
            <a:gdLst/>
            <a:ahLst/>
            <a:cxnLst/>
            <a:rect r="r" b="b" t="t" l="l"/>
            <a:pathLst>
              <a:path h="4950322" w="4950322">
                <a:moveTo>
                  <a:pt x="0" y="0"/>
                </a:moveTo>
                <a:lnTo>
                  <a:pt x="4950321" y="0"/>
                </a:lnTo>
                <a:lnTo>
                  <a:pt x="4950321" y="4950322"/>
                </a:lnTo>
                <a:lnTo>
                  <a:pt x="0" y="4950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40631" y="3163325"/>
            <a:ext cx="4459286" cy="4459286"/>
          </a:xfrm>
          <a:custGeom>
            <a:avLst/>
            <a:gdLst/>
            <a:ahLst/>
            <a:cxnLst/>
            <a:rect r="r" b="b" t="t" l="l"/>
            <a:pathLst>
              <a:path h="4459286" w="4459286">
                <a:moveTo>
                  <a:pt x="0" y="0"/>
                </a:moveTo>
                <a:lnTo>
                  <a:pt x="4459286" y="0"/>
                </a:lnTo>
                <a:lnTo>
                  <a:pt x="4459286" y="4459286"/>
                </a:lnTo>
                <a:lnTo>
                  <a:pt x="0" y="44592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59269" y="913243"/>
            <a:ext cx="1395630" cy="230913"/>
          </a:xfrm>
          <a:custGeom>
            <a:avLst/>
            <a:gdLst/>
            <a:ahLst/>
            <a:cxnLst/>
            <a:rect r="r" b="b" t="t" l="l"/>
            <a:pathLst>
              <a:path h="230913" w="1395630">
                <a:moveTo>
                  <a:pt x="0" y="0"/>
                </a:moveTo>
                <a:lnTo>
                  <a:pt x="1395630" y="0"/>
                </a:lnTo>
                <a:lnTo>
                  <a:pt x="1395630" y="230914"/>
                </a:lnTo>
                <a:lnTo>
                  <a:pt x="0" y="230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397960" y="4181707"/>
            <a:ext cx="3459124" cy="3516863"/>
          </a:xfrm>
          <a:custGeom>
            <a:avLst/>
            <a:gdLst/>
            <a:ahLst/>
            <a:cxnLst/>
            <a:rect r="r" b="b" t="t" l="l"/>
            <a:pathLst>
              <a:path h="3516863" w="3459124">
                <a:moveTo>
                  <a:pt x="0" y="0"/>
                </a:moveTo>
                <a:lnTo>
                  <a:pt x="3459124" y="0"/>
                </a:lnTo>
                <a:lnTo>
                  <a:pt x="3459124" y="3516863"/>
                </a:lnTo>
                <a:lnTo>
                  <a:pt x="0" y="35168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52350" y="1426448"/>
            <a:ext cx="12073857" cy="8558099"/>
          </a:xfrm>
          <a:custGeom>
            <a:avLst/>
            <a:gdLst/>
            <a:ahLst/>
            <a:cxnLst/>
            <a:rect r="r" b="b" t="t" l="l"/>
            <a:pathLst>
              <a:path h="8558099" w="12073857">
                <a:moveTo>
                  <a:pt x="0" y="0"/>
                </a:moveTo>
                <a:lnTo>
                  <a:pt x="12073857" y="0"/>
                </a:lnTo>
                <a:lnTo>
                  <a:pt x="12073857" y="8558099"/>
                </a:lnTo>
                <a:lnTo>
                  <a:pt x="0" y="855809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53021" t="-27947" r="-58476" b="-4175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3327562"/>
            <a:ext cx="4851239" cy="3746201"/>
          </a:xfrm>
          <a:custGeom>
            <a:avLst/>
            <a:gdLst/>
            <a:ahLst/>
            <a:cxnLst/>
            <a:rect r="r" b="b" t="t" l="l"/>
            <a:pathLst>
              <a:path h="3746201" w="4851239">
                <a:moveTo>
                  <a:pt x="0" y="0"/>
                </a:moveTo>
                <a:lnTo>
                  <a:pt x="4851239" y="0"/>
                </a:lnTo>
                <a:lnTo>
                  <a:pt x="4851239" y="3746201"/>
                </a:lnTo>
                <a:lnTo>
                  <a:pt x="0" y="37462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45208" y="4547891"/>
            <a:ext cx="3808964" cy="1345093"/>
            <a:chOff x="0" y="0"/>
            <a:chExt cx="1003184" cy="3542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3184" cy="354263"/>
            </a:xfrm>
            <a:custGeom>
              <a:avLst/>
              <a:gdLst/>
              <a:ahLst/>
              <a:cxnLst/>
              <a:rect r="r" b="b" t="t" l="l"/>
              <a:pathLst>
                <a:path h="354263" w="1003184">
                  <a:moveTo>
                    <a:pt x="103660" y="0"/>
                  </a:moveTo>
                  <a:lnTo>
                    <a:pt x="899524" y="0"/>
                  </a:lnTo>
                  <a:cubicBezTo>
                    <a:pt x="956774" y="0"/>
                    <a:pt x="1003184" y="46410"/>
                    <a:pt x="1003184" y="103660"/>
                  </a:cubicBezTo>
                  <a:lnTo>
                    <a:pt x="1003184" y="250603"/>
                  </a:lnTo>
                  <a:cubicBezTo>
                    <a:pt x="1003184" y="307853"/>
                    <a:pt x="956774" y="354263"/>
                    <a:pt x="899524" y="354263"/>
                  </a:cubicBezTo>
                  <a:lnTo>
                    <a:pt x="103660" y="354263"/>
                  </a:lnTo>
                  <a:cubicBezTo>
                    <a:pt x="46410" y="354263"/>
                    <a:pt x="0" y="307853"/>
                    <a:pt x="0" y="250603"/>
                  </a:cubicBezTo>
                  <a:lnTo>
                    <a:pt x="0" y="103660"/>
                  </a:lnTo>
                  <a:cubicBezTo>
                    <a:pt x="0" y="46410"/>
                    <a:pt x="46410" y="0"/>
                    <a:pt x="103660" y="0"/>
                  </a:cubicBezTo>
                  <a:close/>
                </a:path>
              </a:pathLst>
            </a:custGeom>
            <a:ln w="114300" cap="rnd">
              <a:solidFill>
                <a:srgbClr val="004AAD"/>
              </a:solidFill>
              <a:prstDash val="sysDot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003184" cy="420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sz="3299">
                  <a:solidFill>
                    <a:srgbClr val="004AA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Dodly Forbi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431964" y="3327562"/>
            <a:ext cx="854145" cy="854145"/>
          </a:xfrm>
          <a:custGeom>
            <a:avLst/>
            <a:gdLst/>
            <a:ahLst/>
            <a:cxnLst/>
            <a:rect r="r" b="b" t="t" l="l"/>
            <a:pathLst>
              <a:path h="854145" w="854145">
                <a:moveTo>
                  <a:pt x="0" y="0"/>
                </a:moveTo>
                <a:lnTo>
                  <a:pt x="854145" y="0"/>
                </a:lnTo>
                <a:lnTo>
                  <a:pt x="854145" y="854145"/>
                </a:lnTo>
                <a:lnTo>
                  <a:pt x="0" y="85414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31135" y="474734"/>
            <a:ext cx="13245448" cy="768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6"/>
              </a:lnSpc>
            </a:pPr>
            <a:r>
              <a:rPr lang="en-US" sz="530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HARDWARE IMPLEMENTATION (5/5)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159269" y="331928"/>
            <a:ext cx="1866939" cy="462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3503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Slide 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6116" y="1435973"/>
            <a:ext cx="5536771" cy="104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6415" indent="-378207" lvl="1">
              <a:lnSpc>
                <a:spcPts val="4134"/>
              </a:lnSpc>
              <a:buFont typeface="Arial"/>
              <a:buChar char="•"/>
            </a:pPr>
            <a:r>
              <a:rPr lang="en-US" b="true" sz="3503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Battery/Breadboard Holder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63644" y="7483814"/>
            <a:ext cx="6158308" cy="6158308"/>
          </a:xfrm>
          <a:custGeom>
            <a:avLst/>
            <a:gdLst/>
            <a:ahLst/>
            <a:cxnLst/>
            <a:rect r="r" b="b" t="t" l="l"/>
            <a:pathLst>
              <a:path h="6158308" w="6158308">
                <a:moveTo>
                  <a:pt x="0" y="0"/>
                </a:moveTo>
                <a:lnTo>
                  <a:pt x="6158308" y="0"/>
                </a:lnTo>
                <a:lnTo>
                  <a:pt x="6158308" y="6158308"/>
                </a:lnTo>
                <a:lnTo>
                  <a:pt x="0" y="6158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400000">
            <a:off x="14180851" y="8050639"/>
            <a:ext cx="2984659" cy="5751753"/>
          </a:xfrm>
          <a:custGeom>
            <a:avLst/>
            <a:gdLst/>
            <a:ahLst/>
            <a:cxnLst/>
            <a:rect r="r" b="b" t="t" l="l"/>
            <a:pathLst>
              <a:path h="5751753" w="2984659">
                <a:moveTo>
                  <a:pt x="2984659" y="5751753"/>
                </a:moveTo>
                <a:lnTo>
                  <a:pt x="0" y="5751753"/>
                </a:lnTo>
                <a:lnTo>
                  <a:pt x="0" y="0"/>
                </a:lnTo>
                <a:lnTo>
                  <a:pt x="2984659" y="0"/>
                </a:lnTo>
                <a:lnTo>
                  <a:pt x="2984659" y="57517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9271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78018" y="5516699"/>
            <a:ext cx="1395630" cy="230913"/>
          </a:xfrm>
          <a:custGeom>
            <a:avLst/>
            <a:gdLst/>
            <a:ahLst/>
            <a:cxnLst/>
            <a:rect r="r" b="b" t="t" l="l"/>
            <a:pathLst>
              <a:path h="230913" w="1395630">
                <a:moveTo>
                  <a:pt x="0" y="0"/>
                </a:moveTo>
                <a:lnTo>
                  <a:pt x="1395630" y="0"/>
                </a:lnTo>
                <a:lnTo>
                  <a:pt x="1395630" y="230913"/>
                </a:lnTo>
                <a:lnTo>
                  <a:pt x="0" y="2309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382127" y="2955050"/>
            <a:ext cx="6028324" cy="6028324"/>
          </a:xfrm>
          <a:custGeom>
            <a:avLst/>
            <a:gdLst/>
            <a:ahLst/>
            <a:cxnLst/>
            <a:rect r="r" b="b" t="t" l="l"/>
            <a:pathLst>
              <a:path h="6028324" w="6028324">
                <a:moveTo>
                  <a:pt x="0" y="0"/>
                </a:moveTo>
                <a:lnTo>
                  <a:pt x="6028324" y="0"/>
                </a:lnTo>
                <a:lnTo>
                  <a:pt x="6028324" y="6028325"/>
                </a:lnTo>
                <a:lnTo>
                  <a:pt x="0" y="60283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362555" y="336401"/>
            <a:ext cx="2488899" cy="702188"/>
            <a:chOff x="0" y="0"/>
            <a:chExt cx="655512" cy="1849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5512" cy="184938"/>
            </a:xfrm>
            <a:custGeom>
              <a:avLst/>
              <a:gdLst/>
              <a:ahLst/>
              <a:cxnLst/>
              <a:rect r="r" b="b" t="t" l="l"/>
              <a:pathLst>
                <a:path h="184938" w="655512">
                  <a:moveTo>
                    <a:pt x="92469" y="0"/>
                  </a:moveTo>
                  <a:lnTo>
                    <a:pt x="563043" y="0"/>
                  </a:lnTo>
                  <a:cubicBezTo>
                    <a:pt x="614113" y="0"/>
                    <a:pt x="655512" y="41400"/>
                    <a:pt x="655512" y="92469"/>
                  </a:cubicBezTo>
                  <a:lnTo>
                    <a:pt x="655512" y="92469"/>
                  </a:lnTo>
                  <a:cubicBezTo>
                    <a:pt x="655512" y="143539"/>
                    <a:pt x="614113" y="184938"/>
                    <a:pt x="563043" y="184938"/>
                  </a:cubicBezTo>
                  <a:lnTo>
                    <a:pt x="92469" y="184938"/>
                  </a:lnTo>
                  <a:cubicBezTo>
                    <a:pt x="41400" y="184938"/>
                    <a:pt x="0" y="143539"/>
                    <a:pt x="0" y="92469"/>
                  </a:cubicBezTo>
                  <a:lnTo>
                    <a:pt x="0" y="92469"/>
                  </a:lnTo>
                  <a:cubicBezTo>
                    <a:pt x="0" y="41400"/>
                    <a:pt x="41400" y="0"/>
                    <a:pt x="92469" y="0"/>
                  </a:cubicBezTo>
                  <a:close/>
                </a:path>
              </a:pathLst>
            </a:custGeom>
            <a:solidFill>
              <a:srgbClr val="004AAD"/>
            </a:solidFill>
            <a:ln cap="rnd">
              <a:noFill/>
              <a:prstDash val="sysDot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655512" cy="2516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863281" y="1617908"/>
            <a:ext cx="3988172" cy="2463893"/>
            <a:chOff x="0" y="0"/>
            <a:chExt cx="1594983" cy="9853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94983" cy="985380"/>
            </a:xfrm>
            <a:custGeom>
              <a:avLst/>
              <a:gdLst/>
              <a:ahLst/>
              <a:cxnLst/>
              <a:rect r="r" b="b" t="t" l="l"/>
              <a:pathLst>
                <a:path h="985380" w="1594983">
                  <a:moveTo>
                    <a:pt x="99002" y="0"/>
                  </a:moveTo>
                  <a:lnTo>
                    <a:pt x="1495980" y="0"/>
                  </a:lnTo>
                  <a:cubicBezTo>
                    <a:pt x="1550658" y="0"/>
                    <a:pt x="1594983" y="44325"/>
                    <a:pt x="1594983" y="99002"/>
                  </a:cubicBezTo>
                  <a:lnTo>
                    <a:pt x="1594983" y="886378"/>
                  </a:lnTo>
                  <a:cubicBezTo>
                    <a:pt x="1594983" y="941056"/>
                    <a:pt x="1550658" y="985380"/>
                    <a:pt x="1495980" y="985380"/>
                  </a:cubicBezTo>
                  <a:lnTo>
                    <a:pt x="99002" y="985380"/>
                  </a:lnTo>
                  <a:cubicBezTo>
                    <a:pt x="44325" y="985380"/>
                    <a:pt x="0" y="941056"/>
                    <a:pt x="0" y="886378"/>
                  </a:cubicBezTo>
                  <a:lnTo>
                    <a:pt x="0" y="99002"/>
                  </a:lnTo>
                  <a:cubicBezTo>
                    <a:pt x="0" y="44325"/>
                    <a:pt x="44325" y="0"/>
                    <a:pt x="99002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594983" cy="1023480"/>
            </a:xfrm>
            <a:prstGeom prst="rect">
              <a:avLst/>
            </a:prstGeom>
          </p:spPr>
          <p:txBody>
            <a:bodyPr anchor="ctr" rtlCol="false" tIns="33455" lIns="33455" bIns="33455" rIns="33455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282759" y="1802791"/>
            <a:ext cx="3149217" cy="2015499"/>
          </a:xfrm>
          <a:custGeom>
            <a:avLst/>
            <a:gdLst/>
            <a:ahLst/>
            <a:cxnLst/>
            <a:rect r="r" b="b" t="t" l="l"/>
            <a:pathLst>
              <a:path h="2015499" w="3149217">
                <a:moveTo>
                  <a:pt x="0" y="0"/>
                </a:moveTo>
                <a:lnTo>
                  <a:pt x="3149217" y="0"/>
                </a:lnTo>
                <a:lnTo>
                  <a:pt x="3149217" y="2015499"/>
                </a:lnTo>
                <a:lnTo>
                  <a:pt x="0" y="20154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00325" y="1617908"/>
            <a:ext cx="12765189" cy="7816278"/>
            <a:chOff x="0" y="0"/>
            <a:chExt cx="5105159" cy="31259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05159" cy="3125950"/>
            </a:xfrm>
            <a:custGeom>
              <a:avLst/>
              <a:gdLst/>
              <a:ahLst/>
              <a:cxnLst/>
              <a:rect r="r" b="b" t="t" l="l"/>
              <a:pathLst>
                <a:path h="3125950" w="5105159">
                  <a:moveTo>
                    <a:pt x="30931" y="0"/>
                  </a:moveTo>
                  <a:lnTo>
                    <a:pt x="5074228" y="0"/>
                  </a:lnTo>
                  <a:cubicBezTo>
                    <a:pt x="5091311" y="0"/>
                    <a:pt x="5105159" y="13848"/>
                    <a:pt x="5105159" y="30931"/>
                  </a:cubicBezTo>
                  <a:lnTo>
                    <a:pt x="5105159" y="3095019"/>
                  </a:lnTo>
                  <a:cubicBezTo>
                    <a:pt x="5105159" y="3112102"/>
                    <a:pt x="5091311" y="3125950"/>
                    <a:pt x="5074228" y="3125950"/>
                  </a:cubicBezTo>
                  <a:lnTo>
                    <a:pt x="30931" y="3125950"/>
                  </a:lnTo>
                  <a:cubicBezTo>
                    <a:pt x="13848" y="3125950"/>
                    <a:pt x="0" y="3112102"/>
                    <a:pt x="0" y="3095019"/>
                  </a:cubicBezTo>
                  <a:lnTo>
                    <a:pt x="0" y="30931"/>
                  </a:lnTo>
                  <a:cubicBezTo>
                    <a:pt x="0" y="13848"/>
                    <a:pt x="13848" y="0"/>
                    <a:pt x="30931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105159" cy="3164050"/>
            </a:xfrm>
            <a:prstGeom prst="rect">
              <a:avLst/>
            </a:prstGeom>
          </p:spPr>
          <p:txBody>
            <a:bodyPr anchor="ctr" rtlCol="false" tIns="33455" lIns="33455" bIns="33455" rIns="33455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852136" y="4348501"/>
            <a:ext cx="3988172" cy="3089603"/>
            <a:chOff x="0" y="0"/>
            <a:chExt cx="1594983" cy="12356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94983" cy="1235619"/>
            </a:xfrm>
            <a:custGeom>
              <a:avLst/>
              <a:gdLst/>
              <a:ahLst/>
              <a:cxnLst/>
              <a:rect r="r" b="b" t="t" l="l"/>
              <a:pathLst>
                <a:path h="1235619" w="1594983">
                  <a:moveTo>
                    <a:pt x="99002" y="0"/>
                  </a:moveTo>
                  <a:lnTo>
                    <a:pt x="1495980" y="0"/>
                  </a:lnTo>
                  <a:cubicBezTo>
                    <a:pt x="1550658" y="0"/>
                    <a:pt x="1594983" y="44325"/>
                    <a:pt x="1594983" y="99002"/>
                  </a:cubicBezTo>
                  <a:lnTo>
                    <a:pt x="1594983" y="1136617"/>
                  </a:lnTo>
                  <a:cubicBezTo>
                    <a:pt x="1594983" y="1191295"/>
                    <a:pt x="1550658" y="1235619"/>
                    <a:pt x="1495980" y="1235619"/>
                  </a:cubicBezTo>
                  <a:lnTo>
                    <a:pt x="99002" y="1235619"/>
                  </a:lnTo>
                  <a:cubicBezTo>
                    <a:pt x="44325" y="1235619"/>
                    <a:pt x="0" y="1191295"/>
                    <a:pt x="0" y="1136617"/>
                  </a:cubicBezTo>
                  <a:lnTo>
                    <a:pt x="0" y="99002"/>
                  </a:lnTo>
                  <a:cubicBezTo>
                    <a:pt x="0" y="44325"/>
                    <a:pt x="44325" y="0"/>
                    <a:pt x="99002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594983" cy="1273719"/>
            </a:xfrm>
            <a:prstGeom prst="rect">
              <a:avLst/>
            </a:prstGeom>
          </p:spPr>
          <p:txBody>
            <a:bodyPr anchor="ctr" rtlCol="false" tIns="33455" lIns="33455" bIns="33455" rIns="33455"/>
            <a:lstStyle/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Two ultrasonic sensors checked every 60 ms</a:t>
              </a:r>
            </a:p>
            <a:p>
              <a:pPr algn="l">
                <a:lnSpc>
                  <a:spcPts val="2659"/>
                </a:lnSpc>
              </a:pP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Closest distance triggers obstacle response at 12 cm</a:t>
              </a:r>
            </a:p>
            <a:p>
              <a:pPr algn="l">
                <a:lnSpc>
                  <a:spcPts val="2659"/>
                </a:lnSpc>
              </a:pP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is180 alternates V-dogleg and 180° turn</a:t>
              </a:r>
            </a:p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784258" y="1826312"/>
            <a:ext cx="12295238" cy="7354089"/>
          </a:xfrm>
          <a:custGeom>
            <a:avLst/>
            <a:gdLst/>
            <a:ahLst/>
            <a:cxnLst/>
            <a:rect r="r" b="b" t="t" l="l"/>
            <a:pathLst>
              <a:path h="7354089" w="12295238">
                <a:moveTo>
                  <a:pt x="0" y="0"/>
                </a:moveTo>
                <a:lnTo>
                  <a:pt x="12295238" y="0"/>
                </a:lnTo>
                <a:lnTo>
                  <a:pt x="12295238" y="7354089"/>
                </a:lnTo>
                <a:lnTo>
                  <a:pt x="0" y="735408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84258" y="831175"/>
            <a:ext cx="13701550" cy="706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0"/>
              </a:lnSpc>
            </a:pPr>
            <a:r>
              <a:rPr lang="en-US" sz="530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SOFTWARE &amp; CONTROL LOGIC (1/3)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846223" y="575774"/>
            <a:ext cx="1866939" cy="462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3503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Slide 10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28700" y="2050102"/>
            <a:ext cx="4532610" cy="531478"/>
            <a:chOff x="0" y="0"/>
            <a:chExt cx="6043480" cy="708637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6043480" cy="352697"/>
              <a:chOff x="0" y="0"/>
              <a:chExt cx="1193774" cy="69669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193774" cy="69669"/>
              </a:xfrm>
              <a:custGeom>
                <a:avLst/>
                <a:gdLst/>
                <a:ahLst/>
                <a:cxnLst/>
                <a:rect r="r" b="b" t="t" l="l"/>
                <a:pathLst>
                  <a:path h="69669" w="1193774">
                    <a:moveTo>
                      <a:pt x="0" y="0"/>
                    </a:moveTo>
                    <a:lnTo>
                      <a:pt x="1193774" y="0"/>
                    </a:lnTo>
                    <a:lnTo>
                      <a:pt x="1193774" y="69669"/>
                    </a:lnTo>
                    <a:lnTo>
                      <a:pt x="0" y="6966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66675"/>
                <a:ext cx="1193774" cy="1363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74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198788"/>
              <a:ext cx="3191784" cy="509849"/>
              <a:chOff x="0" y="0"/>
              <a:chExt cx="630476" cy="100711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30476" cy="100711"/>
              </a:xfrm>
              <a:custGeom>
                <a:avLst/>
                <a:gdLst/>
                <a:ahLst/>
                <a:cxnLst/>
                <a:rect r="r" b="b" t="t" l="l"/>
                <a:pathLst>
                  <a:path h="100711" w="630476">
                    <a:moveTo>
                      <a:pt x="0" y="0"/>
                    </a:moveTo>
                    <a:lnTo>
                      <a:pt x="630476" y="0"/>
                    </a:lnTo>
                    <a:lnTo>
                      <a:pt x="630476" y="100711"/>
                    </a:lnTo>
                    <a:lnTo>
                      <a:pt x="0" y="10071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66675"/>
                <a:ext cx="630476" cy="1673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74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63644" y="7483814"/>
            <a:ext cx="6158308" cy="6158308"/>
          </a:xfrm>
          <a:custGeom>
            <a:avLst/>
            <a:gdLst/>
            <a:ahLst/>
            <a:cxnLst/>
            <a:rect r="r" b="b" t="t" l="l"/>
            <a:pathLst>
              <a:path h="6158308" w="6158308">
                <a:moveTo>
                  <a:pt x="0" y="0"/>
                </a:moveTo>
                <a:lnTo>
                  <a:pt x="6158308" y="0"/>
                </a:lnTo>
                <a:lnTo>
                  <a:pt x="6158308" y="6158308"/>
                </a:lnTo>
                <a:lnTo>
                  <a:pt x="0" y="6158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400000">
            <a:off x="14180851" y="8050639"/>
            <a:ext cx="2984659" cy="5751753"/>
          </a:xfrm>
          <a:custGeom>
            <a:avLst/>
            <a:gdLst/>
            <a:ahLst/>
            <a:cxnLst/>
            <a:rect r="r" b="b" t="t" l="l"/>
            <a:pathLst>
              <a:path h="5751753" w="2984659">
                <a:moveTo>
                  <a:pt x="2984659" y="5751753"/>
                </a:moveTo>
                <a:lnTo>
                  <a:pt x="0" y="5751753"/>
                </a:lnTo>
                <a:lnTo>
                  <a:pt x="0" y="0"/>
                </a:lnTo>
                <a:lnTo>
                  <a:pt x="2984659" y="0"/>
                </a:lnTo>
                <a:lnTo>
                  <a:pt x="2984659" y="57517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9271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17531" y="1306382"/>
            <a:ext cx="1395630" cy="230913"/>
          </a:xfrm>
          <a:custGeom>
            <a:avLst/>
            <a:gdLst/>
            <a:ahLst/>
            <a:cxnLst/>
            <a:rect r="r" b="b" t="t" l="l"/>
            <a:pathLst>
              <a:path h="230913" w="1395630">
                <a:moveTo>
                  <a:pt x="0" y="0"/>
                </a:moveTo>
                <a:lnTo>
                  <a:pt x="1395630" y="0"/>
                </a:lnTo>
                <a:lnTo>
                  <a:pt x="1395630" y="230913"/>
                </a:lnTo>
                <a:lnTo>
                  <a:pt x="0" y="2309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362555" y="336401"/>
            <a:ext cx="2488899" cy="702188"/>
            <a:chOff x="0" y="0"/>
            <a:chExt cx="655512" cy="1849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5512" cy="184938"/>
            </a:xfrm>
            <a:custGeom>
              <a:avLst/>
              <a:gdLst/>
              <a:ahLst/>
              <a:cxnLst/>
              <a:rect r="r" b="b" t="t" l="l"/>
              <a:pathLst>
                <a:path h="184938" w="655512">
                  <a:moveTo>
                    <a:pt x="92469" y="0"/>
                  </a:moveTo>
                  <a:lnTo>
                    <a:pt x="563043" y="0"/>
                  </a:lnTo>
                  <a:cubicBezTo>
                    <a:pt x="614113" y="0"/>
                    <a:pt x="655512" y="41400"/>
                    <a:pt x="655512" y="92469"/>
                  </a:cubicBezTo>
                  <a:lnTo>
                    <a:pt x="655512" y="92469"/>
                  </a:lnTo>
                  <a:cubicBezTo>
                    <a:pt x="655512" y="143539"/>
                    <a:pt x="614113" y="184938"/>
                    <a:pt x="563043" y="184938"/>
                  </a:cubicBezTo>
                  <a:lnTo>
                    <a:pt x="92469" y="184938"/>
                  </a:lnTo>
                  <a:cubicBezTo>
                    <a:pt x="41400" y="184938"/>
                    <a:pt x="0" y="143539"/>
                    <a:pt x="0" y="92469"/>
                  </a:cubicBezTo>
                  <a:lnTo>
                    <a:pt x="0" y="92469"/>
                  </a:lnTo>
                  <a:cubicBezTo>
                    <a:pt x="0" y="41400"/>
                    <a:pt x="41400" y="0"/>
                    <a:pt x="92469" y="0"/>
                  </a:cubicBezTo>
                  <a:close/>
                </a:path>
              </a:pathLst>
            </a:custGeom>
            <a:solidFill>
              <a:srgbClr val="004AAD"/>
            </a:solidFill>
            <a:ln cap="rnd">
              <a:noFill/>
              <a:prstDash val="sysDot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655512" cy="2516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233978" y="2193722"/>
            <a:ext cx="13612245" cy="7656888"/>
          </a:xfrm>
          <a:custGeom>
            <a:avLst/>
            <a:gdLst/>
            <a:ahLst/>
            <a:cxnLst/>
            <a:rect r="r" b="b" t="t" l="l"/>
            <a:pathLst>
              <a:path h="7656888" w="13612245">
                <a:moveTo>
                  <a:pt x="0" y="0"/>
                </a:moveTo>
                <a:lnTo>
                  <a:pt x="13612245" y="0"/>
                </a:lnTo>
                <a:lnTo>
                  <a:pt x="13612245" y="7656888"/>
                </a:lnTo>
                <a:lnTo>
                  <a:pt x="0" y="76568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84258" y="831175"/>
            <a:ext cx="12987265" cy="706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0"/>
              </a:lnSpc>
            </a:pPr>
            <a:r>
              <a:rPr lang="en-US" sz="530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SOFTWARE &amp; CONTROL LOGIC (2/3)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46223" y="575774"/>
            <a:ext cx="1866939" cy="462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3503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Slide 11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1514" y="1735840"/>
            <a:ext cx="4690347" cy="46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6415" indent="-378207" lvl="1">
              <a:lnSpc>
                <a:spcPts val="3503"/>
              </a:lnSpc>
              <a:buFont typeface="Arial"/>
              <a:buChar char="•"/>
            </a:pPr>
            <a:r>
              <a:rPr lang="en-US" b="true" sz="3503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 dogleg dodge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63644" y="7483814"/>
            <a:ext cx="6158308" cy="6158308"/>
          </a:xfrm>
          <a:custGeom>
            <a:avLst/>
            <a:gdLst/>
            <a:ahLst/>
            <a:cxnLst/>
            <a:rect r="r" b="b" t="t" l="l"/>
            <a:pathLst>
              <a:path h="6158308" w="6158308">
                <a:moveTo>
                  <a:pt x="0" y="0"/>
                </a:moveTo>
                <a:lnTo>
                  <a:pt x="6158308" y="0"/>
                </a:lnTo>
                <a:lnTo>
                  <a:pt x="6158308" y="6158308"/>
                </a:lnTo>
                <a:lnTo>
                  <a:pt x="0" y="6158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400000">
            <a:off x="14180851" y="8050639"/>
            <a:ext cx="2984659" cy="5751753"/>
          </a:xfrm>
          <a:custGeom>
            <a:avLst/>
            <a:gdLst/>
            <a:ahLst/>
            <a:cxnLst/>
            <a:rect r="r" b="b" t="t" l="l"/>
            <a:pathLst>
              <a:path h="5751753" w="2984659">
                <a:moveTo>
                  <a:pt x="2984659" y="5751753"/>
                </a:moveTo>
                <a:lnTo>
                  <a:pt x="0" y="5751753"/>
                </a:lnTo>
                <a:lnTo>
                  <a:pt x="0" y="0"/>
                </a:lnTo>
                <a:lnTo>
                  <a:pt x="2984659" y="0"/>
                </a:lnTo>
                <a:lnTo>
                  <a:pt x="2984659" y="57517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9271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17531" y="1306382"/>
            <a:ext cx="1395630" cy="230913"/>
          </a:xfrm>
          <a:custGeom>
            <a:avLst/>
            <a:gdLst/>
            <a:ahLst/>
            <a:cxnLst/>
            <a:rect r="r" b="b" t="t" l="l"/>
            <a:pathLst>
              <a:path h="230913" w="1395630">
                <a:moveTo>
                  <a:pt x="0" y="0"/>
                </a:moveTo>
                <a:lnTo>
                  <a:pt x="1395630" y="0"/>
                </a:lnTo>
                <a:lnTo>
                  <a:pt x="1395630" y="230913"/>
                </a:lnTo>
                <a:lnTo>
                  <a:pt x="0" y="2309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362555" y="336401"/>
            <a:ext cx="2488899" cy="702188"/>
            <a:chOff x="0" y="0"/>
            <a:chExt cx="655512" cy="1849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5512" cy="184938"/>
            </a:xfrm>
            <a:custGeom>
              <a:avLst/>
              <a:gdLst/>
              <a:ahLst/>
              <a:cxnLst/>
              <a:rect r="r" b="b" t="t" l="l"/>
              <a:pathLst>
                <a:path h="184938" w="655512">
                  <a:moveTo>
                    <a:pt x="92469" y="0"/>
                  </a:moveTo>
                  <a:lnTo>
                    <a:pt x="563043" y="0"/>
                  </a:lnTo>
                  <a:cubicBezTo>
                    <a:pt x="614113" y="0"/>
                    <a:pt x="655512" y="41400"/>
                    <a:pt x="655512" y="92469"/>
                  </a:cubicBezTo>
                  <a:lnTo>
                    <a:pt x="655512" y="92469"/>
                  </a:lnTo>
                  <a:cubicBezTo>
                    <a:pt x="655512" y="143539"/>
                    <a:pt x="614113" y="184938"/>
                    <a:pt x="563043" y="184938"/>
                  </a:cubicBezTo>
                  <a:lnTo>
                    <a:pt x="92469" y="184938"/>
                  </a:lnTo>
                  <a:cubicBezTo>
                    <a:pt x="41400" y="184938"/>
                    <a:pt x="0" y="143539"/>
                    <a:pt x="0" y="92469"/>
                  </a:cubicBezTo>
                  <a:lnTo>
                    <a:pt x="0" y="92469"/>
                  </a:lnTo>
                  <a:cubicBezTo>
                    <a:pt x="0" y="41400"/>
                    <a:pt x="41400" y="0"/>
                    <a:pt x="92469" y="0"/>
                  </a:cubicBezTo>
                  <a:close/>
                </a:path>
              </a:pathLst>
            </a:custGeom>
            <a:solidFill>
              <a:srgbClr val="004AAD"/>
            </a:solidFill>
            <a:ln cap="rnd">
              <a:noFill/>
              <a:prstDash val="sysDot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655512" cy="2516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792747" y="1539849"/>
            <a:ext cx="11577677" cy="7718451"/>
          </a:xfrm>
          <a:custGeom>
            <a:avLst/>
            <a:gdLst/>
            <a:ahLst/>
            <a:cxnLst/>
            <a:rect r="r" b="b" t="t" l="l"/>
            <a:pathLst>
              <a:path h="7718451" w="11577677">
                <a:moveTo>
                  <a:pt x="0" y="0"/>
                </a:moveTo>
                <a:lnTo>
                  <a:pt x="11577676" y="0"/>
                </a:lnTo>
                <a:lnTo>
                  <a:pt x="11577676" y="7718451"/>
                </a:lnTo>
                <a:lnTo>
                  <a:pt x="0" y="77184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84258" y="831175"/>
            <a:ext cx="12987265" cy="706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0"/>
              </a:lnSpc>
            </a:pPr>
            <a:r>
              <a:rPr lang="en-US" sz="530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SOFTWARE &amp; CONTROL LOGIC (3/3)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46223" y="575774"/>
            <a:ext cx="1866939" cy="462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3503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Slide 12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1514" y="1735840"/>
            <a:ext cx="2923023" cy="46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6415" indent="-378207" lvl="1">
              <a:lnSpc>
                <a:spcPts val="3503"/>
              </a:lnSpc>
              <a:buFont typeface="Arial"/>
              <a:buChar char="•"/>
            </a:pPr>
            <a:r>
              <a:rPr lang="en-US" b="true" sz="3503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180° turn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2416" y="-125681"/>
            <a:ext cx="3396945" cy="3396945"/>
          </a:xfrm>
          <a:custGeom>
            <a:avLst/>
            <a:gdLst/>
            <a:ahLst/>
            <a:cxnLst/>
            <a:rect r="r" b="b" t="t" l="l"/>
            <a:pathLst>
              <a:path h="3396945" w="3396945">
                <a:moveTo>
                  <a:pt x="0" y="0"/>
                </a:moveTo>
                <a:lnTo>
                  <a:pt x="3396945" y="0"/>
                </a:lnTo>
                <a:lnTo>
                  <a:pt x="3396945" y="3396945"/>
                </a:lnTo>
                <a:lnTo>
                  <a:pt x="0" y="33969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83082" y="-780807"/>
            <a:ext cx="6942573" cy="13379073"/>
          </a:xfrm>
          <a:custGeom>
            <a:avLst/>
            <a:gdLst/>
            <a:ahLst/>
            <a:cxnLst/>
            <a:rect r="r" b="b" t="t" l="l"/>
            <a:pathLst>
              <a:path h="13379073" w="6942573">
                <a:moveTo>
                  <a:pt x="0" y="0"/>
                </a:moveTo>
                <a:lnTo>
                  <a:pt x="6942574" y="0"/>
                </a:lnTo>
                <a:lnTo>
                  <a:pt x="6942574" y="13379073"/>
                </a:lnTo>
                <a:lnTo>
                  <a:pt x="0" y="133790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9271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58434" y="8093602"/>
            <a:ext cx="7359073" cy="7359073"/>
          </a:xfrm>
          <a:custGeom>
            <a:avLst/>
            <a:gdLst/>
            <a:ahLst/>
            <a:cxnLst/>
            <a:rect r="r" b="b" t="t" l="l"/>
            <a:pathLst>
              <a:path h="7359073" w="7359073">
                <a:moveTo>
                  <a:pt x="0" y="0"/>
                </a:moveTo>
                <a:lnTo>
                  <a:pt x="7359073" y="0"/>
                </a:lnTo>
                <a:lnTo>
                  <a:pt x="7359073" y="7359073"/>
                </a:lnTo>
                <a:lnTo>
                  <a:pt x="0" y="73590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307013" y="1869486"/>
            <a:ext cx="7335713" cy="7335713"/>
          </a:xfrm>
          <a:custGeom>
            <a:avLst/>
            <a:gdLst/>
            <a:ahLst/>
            <a:cxnLst/>
            <a:rect r="r" b="b" t="t" l="l"/>
            <a:pathLst>
              <a:path h="7335713" w="7335713">
                <a:moveTo>
                  <a:pt x="0" y="0"/>
                </a:moveTo>
                <a:lnTo>
                  <a:pt x="7335713" y="0"/>
                </a:lnTo>
                <a:lnTo>
                  <a:pt x="7335713" y="7335712"/>
                </a:lnTo>
                <a:lnTo>
                  <a:pt x="0" y="73357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58958" y="3376752"/>
            <a:ext cx="1395630" cy="230913"/>
          </a:xfrm>
          <a:custGeom>
            <a:avLst/>
            <a:gdLst/>
            <a:ahLst/>
            <a:cxnLst/>
            <a:rect r="r" b="b" t="t" l="l"/>
            <a:pathLst>
              <a:path h="230913" w="1395630">
                <a:moveTo>
                  <a:pt x="0" y="0"/>
                </a:moveTo>
                <a:lnTo>
                  <a:pt x="1395630" y="0"/>
                </a:lnTo>
                <a:lnTo>
                  <a:pt x="1395630" y="230914"/>
                </a:lnTo>
                <a:lnTo>
                  <a:pt x="0" y="2309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12788" y="3820918"/>
            <a:ext cx="12838189" cy="1678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69"/>
              </a:lnSpc>
            </a:pPr>
            <a:r>
              <a:rPr lang="en-US" sz="11049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UML DIAGRAMS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18011" y="5861104"/>
            <a:ext cx="4283325" cy="6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40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Presented by ;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36248" y="533739"/>
            <a:ext cx="6041050" cy="481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3"/>
              </a:lnSpc>
            </a:pPr>
            <a:r>
              <a:rPr lang="en-US" sz="2788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ELECTRICAL ENGINEERING | ELE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18011" y="6853754"/>
            <a:ext cx="4810573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674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Dodly Forbi </a:t>
            </a:r>
          </a:p>
          <a:p>
            <a:pPr algn="l" marL="539749" indent="-269875" lvl="1">
              <a:lnSpc>
                <a:spcPts val="3674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Ye-Htet_Kyaw</a:t>
            </a:r>
          </a:p>
          <a:p>
            <a:pPr algn="l" marL="539749" indent="-269875" lvl="1">
              <a:lnSpc>
                <a:spcPts val="3674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Gabriel Tchakunte</a:t>
            </a:r>
          </a:p>
          <a:p>
            <a:pPr algn="l" marL="539749" indent="-269875" lvl="1">
              <a:lnSpc>
                <a:spcPts val="3674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Abdelmalek Abraham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48825" y="8634929"/>
            <a:ext cx="4178291" cy="1652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4"/>
              </a:lnSpc>
            </a:pPr>
            <a:r>
              <a:rPr lang="en-US" sz="338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ELE Systems Engineering SS2026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938633" y="1167297"/>
            <a:ext cx="2488899" cy="702188"/>
            <a:chOff x="0" y="0"/>
            <a:chExt cx="655512" cy="1849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5512" cy="184938"/>
            </a:xfrm>
            <a:custGeom>
              <a:avLst/>
              <a:gdLst/>
              <a:ahLst/>
              <a:cxnLst/>
              <a:rect r="r" b="b" t="t" l="l"/>
              <a:pathLst>
                <a:path h="184938" w="655512">
                  <a:moveTo>
                    <a:pt x="92469" y="0"/>
                  </a:moveTo>
                  <a:lnTo>
                    <a:pt x="563043" y="0"/>
                  </a:lnTo>
                  <a:cubicBezTo>
                    <a:pt x="614113" y="0"/>
                    <a:pt x="655512" y="41400"/>
                    <a:pt x="655512" y="92469"/>
                  </a:cubicBezTo>
                  <a:lnTo>
                    <a:pt x="655512" y="92469"/>
                  </a:lnTo>
                  <a:cubicBezTo>
                    <a:pt x="655512" y="143539"/>
                    <a:pt x="614113" y="184938"/>
                    <a:pt x="563043" y="184938"/>
                  </a:cubicBezTo>
                  <a:lnTo>
                    <a:pt x="92469" y="184938"/>
                  </a:lnTo>
                  <a:cubicBezTo>
                    <a:pt x="41400" y="184938"/>
                    <a:pt x="0" y="143539"/>
                    <a:pt x="0" y="92469"/>
                  </a:cubicBezTo>
                  <a:lnTo>
                    <a:pt x="0" y="92469"/>
                  </a:lnTo>
                  <a:cubicBezTo>
                    <a:pt x="0" y="41400"/>
                    <a:pt x="41400" y="0"/>
                    <a:pt x="92469" y="0"/>
                  </a:cubicBezTo>
                  <a:close/>
                </a:path>
              </a:pathLst>
            </a:custGeom>
            <a:solidFill>
              <a:srgbClr val="004AAD"/>
            </a:solidFill>
            <a:ln cap="rnd">
              <a:noFill/>
              <a:prstDash val="sysDot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655512" cy="2516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422301" y="1406670"/>
            <a:ext cx="1866939" cy="462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3503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Slide 13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192741" y="2593573"/>
            <a:ext cx="6143017" cy="6143017"/>
          </a:xfrm>
          <a:custGeom>
            <a:avLst/>
            <a:gdLst/>
            <a:ahLst/>
            <a:cxnLst/>
            <a:rect r="r" b="b" t="t" l="l"/>
            <a:pathLst>
              <a:path h="6143017" w="6143017">
                <a:moveTo>
                  <a:pt x="0" y="0"/>
                </a:moveTo>
                <a:lnTo>
                  <a:pt x="6143017" y="0"/>
                </a:lnTo>
                <a:lnTo>
                  <a:pt x="6143017" y="6143017"/>
                </a:lnTo>
                <a:lnTo>
                  <a:pt x="0" y="6143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788537" y="8500562"/>
            <a:ext cx="7036094" cy="9258300"/>
            <a:chOff x="0" y="0"/>
            <a:chExt cx="6350000" cy="83555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8355518"/>
            </a:xfrm>
            <a:custGeom>
              <a:avLst/>
              <a:gdLst/>
              <a:ahLst/>
              <a:cxnLst/>
              <a:rect r="r" b="b" t="t" l="l"/>
              <a:pathLst>
                <a:path h="8355518" w="6350000">
                  <a:moveTo>
                    <a:pt x="0" y="0"/>
                  </a:moveTo>
                  <a:cubicBezTo>
                    <a:pt x="0" y="4613917"/>
                    <a:pt x="2843530" y="8355518"/>
                    <a:pt x="6350000" y="8355518"/>
                  </a:cubicBezTo>
                  <a:lnTo>
                    <a:pt x="635000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8303" t="0" r="-78303" b="24002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745846" y="2305595"/>
            <a:ext cx="1395630" cy="230913"/>
          </a:xfrm>
          <a:custGeom>
            <a:avLst/>
            <a:gdLst/>
            <a:ahLst/>
            <a:cxnLst/>
            <a:rect r="r" b="b" t="t" l="l"/>
            <a:pathLst>
              <a:path h="230913" w="1395630">
                <a:moveTo>
                  <a:pt x="0" y="0"/>
                </a:moveTo>
                <a:lnTo>
                  <a:pt x="1395630" y="0"/>
                </a:lnTo>
                <a:lnTo>
                  <a:pt x="1395630" y="230913"/>
                </a:lnTo>
                <a:lnTo>
                  <a:pt x="0" y="2309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04151" y="696252"/>
            <a:ext cx="16983849" cy="9585597"/>
            <a:chOff x="0" y="0"/>
            <a:chExt cx="4473113" cy="25246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73113" cy="2524602"/>
            </a:xfrm>
            <a:custGeom>
              <a:avLst/>
              <a:gdLst/>
              <a:ahLst/>
              <a:cxnLst/>
              <a:rect r="r" b="b" t="t" l="l"/>
              <a:pathLst>
                <a:path h="2524602" w="4473113">
                  <a:moveTo>
                    <a:pt x="23248" y="0"/>
                  </a:moveTo>
                  <a:lnTo>
                    <a:pt x="4449865" y="0"/>
                  </a:lnTo>
                  <a:cubicBezTo>
                    <a:pt x="4456030" y="0"/>
                    <a:pt x="4461944" y="2449"/>
                    <a:pt x="4466303" y="6809"/>
                  </a:cubicBezTo>
                  <a:cubicBezTo>
                    <a:pt x="4470663" y="11169"/>
                    <a:pt x="4473113" y="17082"/>
                    <a:pt x="4473113" y="23248"/>
                  </a:cubicBezTo>
                  <a:lnTo>
                    <a:pt x="4473113" y="2501354"/>
                  </a:lnTo>
                  <a:cubicBezTo>
                    <a:pt x="4473113" y="2507520"/>
                    <a:pt x="4470663" y="2513433"/>
                    <a:pt x="4466303" y="2517793"/>
                  </a:cubicBezTo>
                  <a:cubicBezTo>
                    <a:pt x="4461944" y="2522152"/>
                    <a:pt x="4456030" y="2524602"/>
                    <a:pt x="4449865" y="2524602"/>
                  </a:cubicBezTo>
                  <a:lnTo>
                    <a:pt x="23248" y="2524602"/>
                  </a:lnTo>
                  <a:cubicBezTo>
                    <a:pt x="17082" y="2524602"/>
                    <a:pt x="11169" y="2522152"/>
                    <a:pt x="6809" y="2517793"/>
                  </a:cubicBezTo>
                  <a:cubicBezTo>
                    <a:pt x="2449" y="2513433"/>
                    <a:pt x="0" y="2507520"/>
                    <a:pt x="0" y="2501354"/>
                  </a:cubicBezTo>
                  <a:lnTo>
                    <a:pt x="0" y="23248"/>
                  </a:lnTo>
                  <a:cubicBezTo>
                    <a:pt x="0" y="17082"/>
                    <a:pt x="2449" y="11169"/>
                    <a:pt x="6809" y="6809"/>
                  </a:cubicBezTo>
                  <a:cubicBezTo>
                    <a:pt x="11169" y="2449"/>
                    <a:pt x="17082" y="0"/>
                    <a:pt x="23248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473113" cy="2562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47062" y="794743"/>
            <a:ext cx="16379145" cy="9274691"/>
          </a:xfrm>
          <a:custGeom>
            <a:avLst/>
            <a:gdLst/>
            <a:ahLst/>
            <a:cxnLst/>
            <a:rect r="r" b="b" t="t" l="l"/>
            <a:pathLst>
              <a:path h="9274691" w="16379145">
                <a:moveTo>
                  <a:pt x="0" y="0"/>
                </a:moveTo>
                <a:lnTo>
                  <a:pt x="16379145" y="0"/>
                </a:lnTo>
                <a:lnTo>
                  <a:pt x="16379145" y="9274691"/>
                </a:lnTo>
                <a:lnTo>
                  <a:pt x="0" y="92746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30832" y="279851"/>
            <a:ext cx="5025761" cy="487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1"/>
              </a:lnSpc>
            </a:pPr>
            <a:r>
              <a:rPr lang="en-US" sz="379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USE CASE DIAGRAM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06542" y="312878"/>
            <a:ext cx="1519665" cy="38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851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Slide 14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45846" y="2305595"/>
            <a:ext cx="1395630" cy="230913"/>
          </a:xfrm>
          <a:custGeom>
            <a:avLst/>
            <a:gdLst/>
            <a:ahLst/>
            <a:cxnLst/>
            <a:rect r="r" b="b" t="t" l="l"/>
            <a:pathLst>
              <a:path h="230913" w="1395630">
                <a:moveTo>
                  <a:pt x="0" y="0"/>
                </a:moveTo>
                <a:lnTo>
                  <a:pt x="1395630" y="0"/>
                </a:lnTo>
                <a:lnTo>
                  <a:pt x="1395630" y="230913"/>
                </a:lnTo>
                <a:lnTo>
                  <a:pt x="0" y="230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13996" y="-893739"/>
            <a:ext cx="2317983" cy="2317983"/>
          </a:xfrm>
          <a:custGeom>
            <a:avLst/>
            <a:gdLst/>
            <a:ahLst/>
            <a:cxnLst/>
            <a:rect r="r" b="b" t="t" l="l"/>
            <a:pathLst>
              <a:path h="2317983" w="2317983">
                <a:moveTo>
                  <a:pt x="0" y="0"/>
                </a:moveTo>
                <a:lnTo>
                  <a:pt x="2317983" y="0"/>
                </a:lnTo>
                <a:lnTo>
                  <a:pt x="2317983" y="2317983"/>
                </a:lnTo>
                <a:lnTo>
                  <a:pt x="0" y="23179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17397" y="576008"/>
            <a:ext cx="15252528" cy="9418436"/>
          </a:xfrm>
          <a:custGeom>
            <a:avLst/>
            <a:gdLst/>
            <a:ahLst/>
            <a:cxnLst/>
            <a:rect r="r" b="b" t="t" l="l"/>
            <a:pathLst>
              <a:path h="9418436" w="15252528">
                <a:moveTo>
                  <a:pt x="0" y="0"/>
                </a:moveTo>
                <a:lnTo>
                  <a:pt x="15252528" y="0"/>
                </a:lnTo>
                <a:lnTo>
                  <a:pt x="15252528" y="9418437"/>
                </a:lnTo>
                <a:lnTo>
                  <a:pt x="0" y="94184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180657" y="181550"/>
            <a:ext cx="1592331" cy="394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8"/>
              </a:lnSpc>
            </a:pPr>
            <a:r>
              <a:rPr lang="en-US" sz="2988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Slide 15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2114" y="341453"/>
            <a:ext cx="2515282" cy="1315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3455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STATE MACHINE </a:t>
            </a:r>
          </a:p>
          <a:p>
            <a:pPr algn="l">
              <a:lnSpc>
                <a:spcPts val="3455"/>
              </a:lnSpc>
            </a:pPr>
            <a:r>
              <a:rPr lang="en-US" sz="3455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DIAGRAM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5590307" y="1994356"/>
            <a:ext cx="7335713" cy="7335713"/>
          </a:xfrm>
          <a:custGeom>
            <a:avLst/>
            <a:gdLst/>
            <a:ahLst/>
            <a:cxnLst/>
            <a:rect r="r" b="b" t="t" l="l"/>
            <a:pathLst>
              <a:path h="7335713" w="7335713">
                <a:moveTo>
                  <a:pt x="0" y="0"/>
                </a:moveTo>
                <a:lnTo>
                  <a:pt x="7335713" y="0"/>
                </a:lnTo>
                <a:lnTo>
                  <a:pt x="7335713" y="7335713"/>
                </a:lnTo>
                <a:lnTo>
                  <a:pt x="0" y="73357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85611" y="913243"/>
            <a:ext cx="1395630" cy="230913"/>
          </a:xfrm>
          <a:custGeom>
            <a:avLst/>
            <a:gdLst/>
            <a:ahLst/>
            <a:cxnLst/>
            <a:rect r="r" b="b" t="t" l="l"/>
            <a:pathLst>
              <a:path h="230913" w="1395630">
                <a:moveTo>
                  <a:pt x="0" y="0"/>
                </a:moveTo>
                <a:lnTo>
                  <a:pt x="1395631" y="0"/>
                </a:lnTo>
                <a:lnTo>
                  <a:pt x="1395631" y="230914"/>
                </a:lnTo>
                <a:lnTo>
                  <a:pt x="0" y="2309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550521" y="2086102"/>
            <a:ext cx="7335713" cy="7335713"/>
          </a:xfrm>
          <a:custGeom>
            <a:avLst/>
            <a:gdLst/>
            <a:ahLst/>
            <a:cxnLst/>
            <a:rect r="r" b="b" t="t" l="l"/>
            <a:pathLst>
              <a:path h="7335713" w="7335713">
                <a:moveTo>
                  <a:pt x="0" y="0"/>
                </a:moveTo>
                <a:lnTo>
                  <a:pt x="7335713" y="0"/>
                </a:lnTo>
                <a:lnTo>
                  <a:pt x="7335713" y="7335712"/>
                </a:lnTo>
                <a:lnTo>
                  <a:pt x="0" y="73357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97111" y="497077"/>
            <a:ext cx="10408261" cy="9789923"/>
          </a:xfrm>
          <a:custGeom>
            <a:avLst/>
            <a:gdLst/>
            <a:ahLst/>
            <a:cxnLst/>
            <a:rect r="r" b="b" t="t" l="l"/>
            <a:pathLst>
              <a:path h="9789923" w="10408261">
                <a:moveTo>
                  <a:pt x="0" y="0"/>
                </a:moveTo>
                <a:lnTo>
                  <a:pt x="10408261" y="0"/>
                </a:lnTo>
                <a:lnTo>
                  <a:pt x="10408261" y="9789923"/>
                </a:lnTo>
                <a:lnTo>
                  <a:pt x="0" y="97899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754" r="0" b="-1975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376693" y="8755036"/>
            <a:ext cx="3086100" cy="1006528"/>
            <a:chOff x="0" y="0"/>
            <a:chExt cx="812800" cy="2650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265094"/>
            </a:xfrm>
            <a:custGeom>
              <a:avLst/>
              <a:gdLst/>
              <a:ahLst/>
              <a:cxnLst/>
              <a:rect r="r" b="b" t="t" l="l"/>
              <a:pathLst>
                <a:path h="26509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65094"/>
                  </a:lnTo>
                  <a:lnTo>
                    <a:pt x="0" y="2650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303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285611" y="414149"/>
            <a:ext cx="1592331" cy="394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8"/>
              </a:lnSpc>
            </a:pPr>
            <a:r>
              <a:rPr lang="en-US" sz="2988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Slide 16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78225" y="573277"/>
            <a:ext cx="5898468" cy="57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9"/>
              </a:lnSpc>
            </a:pPr>
            <a:r>
              <a:rPr lang="en-US" sz="4279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ACTIVITY DIAGRAM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85611" y="913243"/>
            <a:ext cx="1395630" cy="230913"/>
          </a:xfrm>
          <a:custGeom>
            <a:avLst/>
            <a:gdLst/>
            <a:ahLst/>
            <a:cxnLst/>
            <a:rect r="r" b="b" t="t" l="l"/>
            <a:pathLst>
              <a:path h="230913" w="1395630">
                <a:moveTo>
                  <a:pt x="0" y="0"/>
                </a:moveTo>
                <a:lnTo>
                  <a:pt x="1395631" y="0"/>
                </a:lnTo>
                <a:lnTo>
                  <a:pt x="1395631" y="230914"/>
                </a:lnTo>
                <a:lnTo>
                  <a:pt x="0" y="2309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550521" y="2086102"/>
            <a:ext cx="7335713" cy="7335713"/>
          </a:xfrm>
          <a:custGeom>
            <a:avLst/>
            <a:gdLst/>
            <a:ahLst/>
            <a:cxnLst/>
            <a:rect r="r" b="b" t="t" l="l"/>
            <a:pathLst>
              <a:path h="7335713" w="7335713">
                <a:moveTo>
                  <a:pt x="0" y="0"/>
                </a:moveTo>
                <a:lnTo>
                  <a:pt x="7335713" y="0"/>
                </a:lnTo>
                <a:lnTo>
                  <a:pt x="7335713" y="7335712"/>
                </a:lnTo>
                <a:lnTo>
                  <a:pt x="0" y="73357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093231" y="8323541"/>
            <a:ext cx="3086100" cy="1006528"/>
            <a:chOff x="0" y="0"/>
            <a:chExt cx="812800" cy="2650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265094"/>
            </a:xfrm>
            <a:custGeom>
              <a:avLst/>
              <a:gdLst/>
              <a:ahLst/>
              <a:cxnLst/>
              <a:rect r="r" b="b" t="t" l="l"/>
              <a:pathLst>
                <a:path h="26509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65094"/>
                  </a:lnTo>
                  <a:lnTo>
                    <a:pt x="0" y="2650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303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410602" y="1542458"/>
            <a:ext cx="13572824" cy="8526177"/>
          </a:xfrm>
          <a:custGeom>
            <a:avLst/>
            <a:gdLst/>
            <a:ahLst/>
            <a:cxnLst/>
            <a:rect r="r" b="b" t="t" l="l"/>
            <a:pathLst>
              <a:path h="8526177" w="13572824">
                <a:moveTo>
                  <a:pt x="0" y="0"/>
                </a:moveTo>
                <a:lnTo>
                  <a:pt x="13572825" y="0"/>
                </a:lnTo>
                <a:lnTo>
                  <a:pt x="13572825" y="8526177"/>
                </a:lnTo>
                <a:lnTo>
                  <a:pt x="0" y="852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285611" y="414149"/>
            <a:ext cx="1592331" cy="394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8"/>
              </a:lnSpc>
            </a:pPr>
            <a:r>
              <a:rPr lang="en-US" sz="2988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Slide 17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1993" y="781360"/>
            <a:ext cx="6204288" cy="57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9"/>
              </a:lnSpc>
            </a:pPr>
            <a:r>
              <a:rPr lang="en-US" sz="4279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PACKAGE DIAGRAM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85611" y="913243"/>
            <a:ext cx="1395630" cy="230913"/>
          </a:xfrm>
          <a:custGeom>
            <a:avLst/>
            <a:gdLst/>
            <a:ahLst/>
            <a:cxnLst/>
            <a:rect r="r" b="b" t="t" l="l"/>
            <a:pathLst>
              <a:path h="230913" w="1395630">
                <a:moveTo>
                  <a:pt x="0" y="0"/>
                </a:moveTo>
                <a:lnTo>
                  <a:pt x="1395631" y="0"/>
                </a:lnTo>
                <a:lnTo>
                  <a:pt x="1395631" y="230914"/>
                </a:lnTo>
                <a:lnTo>
                  <a:pt x="0" y="2309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550521" y="2086102"/>
            <a:ext cx="7335713" cy="7335713"/>
          </a:xfrm>
          <a:custGeom>
            <a:avLst/>
            <a:gdLst/>
            <a:ahLst/>
            <a:cxnLst/>
            <a:rect r="r" b="b" t="t" l="l"/>
            <a:pathLst>
              <a:path h="7335713" w="7335713">
                <a:moveTo>
                  <a:pt x="0" y="0"/>
                </a:moveTo>
                <a:lnTo>
                  <a:pt x="7335713" y="0"/>
                </a:lnTo>
                <a:lnTo>
                  <a:pt x="7335713" y="7335712"/>
                </a:lnTo>
                <a:lnTo>
                  <a:pt x="0" y="73357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093231" y="8323541"/>
            <a:ext cx="3086100" cy="1006528"/>
            <a:chOff x="0" y="0"/>
            <a:chExt cx="812800" cy="2650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265094"/>
            </a:xfrm>
            <a:custGeom>
              <a:avLst/>
              <a:gdLst/>
              <a:ahLst/>
              <a:cxnLst/>
              <a:rect r="r" b="b" t="t" l="l"/>
              <a:pathLst>
                <a:path h="26509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65094"/>
                  </a:lnTo>
                  <a:lnTo>
                    <a:pt x="0" y="2650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303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428233" y="1451158"/>
            <a:ext cx="11857379" cy="8605600"/>
          </a:xfrm>
          <a:custGeom>
            <a:avLst/>
            <a:gdLst/>
            <a:ahLst/>
            <a:cxnLst/>
            <a:rect r="r" b="b" t="t" l="l"/>
            <a:pathLst>
              <a:path h="8605600" w="11857379">
                <a:moveTo>
                  <a:pt x="0" y="0"/>
                </a:moveTo>
                <a:lnTo>
                  <a:pt x="11857378" y="0"/>
                </a:lnTo>
                <a:lnTo>
                  <a:pt x="11857378" y="8605600"/>
                </a:lnTo>
                <a:lnTo>
                  <a:pt x="0" y="8605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285611" y="414149"/>
            <a:ext cx="1592331" cy="394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8"/>
              </a:lnSpc>
            </a:pPr>
            <a:r>
              <a:rPr lang="en-US" sz="2988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Slide 18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1993" y="781360"/>
            <a:ext cx="9660047" cy="57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9"/>
              </a:lnSpc>
            </a:pPr>
            <a:r>
              <a:rPr lang="en-US" sz="4279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BLOCK COMPONENT DIAGRAM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85611" y="913243"/>
            <a:ext cx="1395630" cy="230913"/>
          </a:xfrm>
          <a:custGeom>
            <a:avLst/>
            <a:gdLst/>
            <a:ahLst/>
            <a:cxnLst/>
            <a:rect r="r" b="b" t="t" l="l"/>
            <a:pathLst>
              <a:path h="230913" w="1395630">
                <a:moveTo>
                  <a:pt x="0" y="0"/>
                </a:moveTo>
                <a:lnTo>
                  <a:pt x="1395631" y="0"/>
                </a:lnTo>
                <a:lnTo>
                  <a:pt x="1395631" y="230914"/>
                </a:lnTo>
                <a:lnTo>
                  <a:pt x="0" y="2309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550521" y="2086102"/>
            <a:ext cx="7335713" cy="7335713"/>
          </a:xfrm>
          <a:custGeom>
            <a:avLst/>
            <a:gdLst/>
            <a:ahLst/>
            <a:cxnLst/>
            <a:rect r="r" b="b" t="t" l="l"/>
            <a:pathLst>
              <a:path h="7335713" w="7335713">
                <a:moveTo>
                  <a:pt x="0" y="0"/>
                </a:moveTo>
                <a:lnTo>
                  <a:pt x="7335713" y="0"/>
                </a:lnTo>
                <a:lnTo>
                  <a:pt x="7335713" y="7335712"/>
                </a:lnTo>
                <a:lnTo>
                  <a:pt x="0" y="73357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093231" y="8323541"/>
            <a:ext cx="3086100" cy="1006528"/>
            <a:chOff x="0" y="0"/>
            <a:chExt cx="812800" cy="2650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265094"/>
            </a:xfrm>
            <a:custGeom>
              <a:avLst/>
              <a:gdLst/>
              <a:ahLst/>
              <a:cxnLst/>
              <a:rect r="r" b="b" t="t" l="l"/>
              <a:pathLst>
                <a:path h="26509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65094"/>
                  </a:lnTo>
                  <a:lnTo>
                    <a:pt x="0" y="2650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303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351759" y="1028700"/>
            <a:ext cx="11611306" cy="9069731"/>
          </a:xfrm>
          <a:custGeom>
            <a:avLst/>
            <a:gdLst/>
            <a:ahLst/>
            <a:cxnLst/>
            <a:rect r="r" b="b" t="t" l="l"/>
            <a:pathLst>
              <a:path h="9069731" w="11611306">
                <a:moveTo>
                  <a:pt x="0" y="0"/>
                </a:moveTo>
                <a:lnTo>
                  <a:pt x="11611305" y="0"/>
                </a:lnTo>
                <a:lnTo>
                  <a:pt x="11611305" y="9069731"/>
                </a:lnTo>
                <a:lnTo>
                  <a:pt x="0" y="90697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285611" y="414149"/>
            <a:ext cx="1592331" cy="394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8"/>
              </a:lnSpc>
            </a:pPr>
            <a:r>
              <a:rPr lang="en-US" sz="2988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Slide 19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6649" y="561267"/>
            <a:ext cx="6204288" cy="57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9"/>
              </a:lnSpc>
            </a:pPr>
            <a:r>
              <a:rPr lang="en-US" sz="4279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SEQUENCE DIAGRAM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7595" y="2090003"/>
            <a:ext cx="286009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Photo #1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153204" y="-4197577"/>
            <a:ext cx="6143017" cy="6143017"/>
          </a:xfrm>
          <a:custGeom>
            <a:avLst/>
            <a:gdLst/>
            <a:ahLst/>
            <a:cxnLst/>
            <a:rect r="r" b="b" t="t" l="l"/>
            <a:pathLst>
              <a:path h="6143017" w="6143017">
                <a:moveTo>
                  <a:pt x="0" y="0"/>
                </a:moveTo>
                <a:lnTo>
                  <a:pt x="6143017" y="0"/>
                </a:lnTo>
                <a:lnTo>
                  <a:pt x="6143017" y="6143018"/>
                </a:lnTo>
                <a:lnTo>
                  <a:pt x="0" y="6143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57573" y="854348"/>
            <a:ext cx="6792862" cy="64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5"/>
              </a:lnSpc>
            </a:pPr>
            <a:r>
              <a:rPr lang="en-US" sz="4925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TESTING &amp; RESULTS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587390" y="6106978"/>
            <a:ext cx="6028324" cy="6028324"/>
          </a:xfrm>
          <a:custGeom>
            <a:avLst/>
            <a:gdLst/>
            <a:ahLst/>
            <a:cxnLst/>
            <a:rect r="r" b="b" t="t" l="l"/>
            <a:pathLst>
              <a:path h="6028324" w="6028324">
                <a:moveTo>
                  <a:pt x="0" y="0"/>
                </a:moveTo>
                <a:lnTo>
                  <a:pt x="6028324" y="0"/>
                </a:lnTo>
                <a:lnTo>
                  <a:pt x="6028324" y="6028324"/>
                </a:lnTo>
                <a:lnTo>
                  <a:pt x="0" y="60283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59269" y="913243"/>
            <a:ext cx="1395630" cy="230913"/>
          </a:xfrm>
          <a:custGeom>
            <a:avLst/>
            <a:gdLst/>
            <a:ahLst/>
            <a:cxnLst/>
            <a:rect r="r" b="b" t="t" l="l"/>
            <a:pathLst>
              <a:path h="230913" w="1395630">
                <a:moveTo>
                  <a:pt x="0" y="0"/>
                </a:moveTo>
                <a:lnTo>
                  <a:pt x="1395630" y="0"/>
                </a:lnTo>
                <a:lnTo>
                  <a:pt x="1395630" y="230914"/>
                </a:lnTo>
                <a:lnTo>
                  <a:pt x="0" y="230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903796" y="296283"/>
            <a:ext cx="2384204" cy="462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3503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Slide 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13953" y="2090003"/>
            <a:ext cx="286009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Photo #2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32644" y="1993066"/>
            <a:ext cx="286009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Photo #3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7595" y="2090003"/>
            <a:ext cx="286009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RESULTS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153204" y="-4197577"/>
            <a:ext cx="6143017" cy="6143017"/>
          </a:xfrm>
          <a:custGeom>
            <a:avLst/>
            <a:gdLst/>
            <a:ahLst/>
            <a:cxnLst/>
            <a:rect r="r" b="b" t="t" l="l"/>
            <a:pathLst>
              <a:path h="6143017" w="6143017">
                <a:moveTo>
                  <a:pt x="0" y="0"/>
                </a:moveTo>
                <a:lnTo>
                  <a:pt x="6143017" y="0"/>
                </a:lnTo>
                <a:lnTo>
                  <a:pt x="6143017" y="6143018"/>
                </a:lnTo>
                <a:lnTo>
                  <a:pt x="0" y="6143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57573" y="854348"/>
            <a:ext cx="8627779" cy="64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5"/>
              </a:lnSpc>
            </a:pPr>
            <a:r>
              <a:rPr lang="en-US" sz="4925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TESTING &amp; RESULTS (2/2)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587390" y="6106978"/>
            <a:ext cx="6028324" cy="6028324"/>
          </a:xfrm>
          <a:custGeom>
            <a:avLst/>
            <a:gdLst/>
            <a:ahLst/>
            <a:cxnLst/>
            <a:rect r="r" b="b" t="t" l="l"/>
            <a:pathLst>
              <a:path h="6028324" w="6028324">
                <a:moveTo>
                  <a:pt x="0" y="0"/>
                </a:moveTo>
                <a:lnTo>
                  <a:pt x="6028324" y="0"/>
                </a:lnTo>
                <a:lnTo>
                  <a:pt x="6028324" y="6028324"/>
                </a:lnTo>
                <a:lnTo>
                  <a:pt x="0" y="60283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59269" y="913243"/>
            <a:ext cx="1395630" cy="230913"/>
          </a:xfrm>
          <a:custGeom>
            <a:avLst/>
            <a:gdLst/>
            <a:ahLst/>
            <a:cxnLst/>
            <a:rect r="r" b="b" t="t" l="l"/>
            <a:pathLst>
              <a:path h="230913" w="1395630">
                <a:moveTo>
                  <a:pt x="0" y="0"/>
                </a:moveTo>
                <a:lnTo>
                  <a:pt x="1395630" y="0"/>
                </a:lnTo>
                <a:lnTo>
                  <a:pt x="1395630" y="230914"/>
                </a:lnTo>
                <a:lnTo>
                  <a:pt x="0" y="230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159269" y="331928"/>
            <a:ext cx="1996255" cy="462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3503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Slide 21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2823428"/>
            <a:ext cx="12442076" cy="6129296"/>
            <a:chOff x="0" y="0"/>
            <a:chExt cx="3276925" cy="1614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76926" cy="1614300"/>
            </a:xfrm>
            <a:custGeom>
              <a:avLst/>
              <a:gdLst/>
              <a:ahLst/>
              <a:cxnLst/>
              <a:rect r="r" b="b" t="t" l="l"/>
              <a:pathLst>
                <a:path h="1614300" w="3276926">
                  <a:moveTo>
                    <a:pt x="31734" y="0"/>
                  </a:moveTo>
                  <a:lnTo>
                    <a:pt x="3245191" y="0"/>
                  </a:lnTo>
                  <a:cubicBezTo>
                    <a:pt x="3253608" y="0"/>
                    <a:pt x="3261680" y="3343"/>
                    <a:pt x="3267631" y="9295"/>
                  </a:cubicBezTo>
                  <a:cubicBezTo>
                    <a:pt x="3273582" y="15246"/>
                    <a:pt x="3276926" y="23318"/>
                    <a:pt x="3276926" y="31734"/>
                  </a:cubicBezTo>
                  <a:lnTo>
                    <a:pt x="3276926" y="1582566"/>
                  </a:lnTo>
                  <a:cubicBezTo>
                    <a:pt x="3276926" y="1590982"/>
                    <a:pt x="3273582" y="1599054"/>
                    <a:pt x="3267631" y="1605005"/>
                  </a:cubicBezTo>
                  <a:cubicBezTo>
                    <a:pt x="3261680" y="1610957"/>
                    <a:pt x="3253608" y="1614300"/>
                    <a:pt x="3245191" y="1614300"/>
                  </a:cubicBezTo>
                  <a:lnTo>
                    <a:pt x="31734" y="1614300"/>
                  </a:lnTo>
                  <a:cubicBezTo>
                    <a:pt x="23318" y="1614300"/>
                    <a:pt x="15246" y="1610957"/>
                    <a:pt x="9295" y="1605005"/>
                  </a:cubicBezTo>
                  <a:cubicBezTo>
                    <a:pt x="3343" y="1599054"/>
                    <a:pt x="0" y="1590982"/>
                    <a:pt x="0" y="1582566"/>
                  </a:cubicBezTo>
                  <a:lnTo>
                    <a:pt x="0" y="31734"/>
                  </a:lnTo>
                  <a:cubicBezTo>
                    <a:pt x="0" y="23318"/>
                    <a:pt x="3343" y="15246"/>
                    <a:pt x="9295" y="9295"/>
                  </a:cubicBezTo>
                  <a:cubicBezTo>
                    <a:pt x="15246" y="3343"/>
                    <a:pt x="23318" y="0"/>
                    <a:pt x="3173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276925" cy="1652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73780" y="3094848"/>
            <a:ext cx="11301094" cy="585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Motor completed track in 48secs without obstacle manoeuvring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Static friction required kick-start PWM.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Physical testing outperformed simulation.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Sensor placement mattered more than expected.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Mechanical robustness required multiple redesigns.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545700" y="-4455300"/>
            <a:ext cx="11260556" cy="18224043"/>
          </a:xfrm>
          <a:custGeom>
            <a:avLst/>
            <a:gdLst/>
            <a:ahLst/>
            <a:cxnLst/>
            <a:rect r="r" b="b" t="t" l="l"/>
            <a:pathLst>
              <a:path h="18224043" w="11260556">
                <a:moveTo>
                  <a:pt x="0" y="0"/>
                </a:moveTo>
                <a:lnTo>
                  <a:pt x="11260556" y="0"/>
                </a:lnTo>
                <a:lnTo>
                  <a:pt x="11260556" y="18224044"/>
                </a:lnTo>
                <a:lnTo>
                  <a:pt x="0" y="18224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-10942" t="0" r="-1094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03542" y="1076754"/>
            <a:ext cx="1395630" cy="230913"/>
          </a:xfrm>
          <a:custGeom>
            <a:avLst/>
            <a:gdLst/>
            <a:ahLst/>
            <a:cxnLst/>
            <a:rect r="r" b="b" t="t" l="l"/>
            <a:pathLst>
              <a:path h="230913" w="1395630">
                <a:moveTo>
                  <a:pt x="0" y="0"/>
                </a:moveTo>
                <a:lnTo>
                  <a:pt x="1395630" y="0"/>
                </a:lnTo>
                <a:lnTo>
                  <a:pt x="1395630" y="230913"/>
                </a:lnTo>
                <a:lnTo>
                  <a:pt x="0" y="230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53463" y="3188504"/>
            <a:ext cx="9426036" cy="6835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19"/>
              </a:lnSpc>
            </a:pPr>
            <a:r>
              <a:rPr lang="en-US" sz="387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</a:t>
            </a:r>
            <a:r>
              <a:rPr lang="en-US" sz="387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 all objectives</a:t>
            </a:r>
          </a:p>
          <a:p>
            <a:pPr algn="l">
              <a:lnSpc>
                <a:spcPts val="5419"/>
              </a:lnSpc>
            </a:pPr>
            <a:r>
              <a:rPr lang="en-US" sz="387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</a:p>
          <a:p>
            <a:pPr algn="l">
              <a:lnSpc>
                <a:spcPts val="5419"/>
              </a:lnSpc>
            </a:pPr>
            <a:r>
              <a:rPr lang="en-US" sz="387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</a:t>
            </a:r>
            <a:r>
              <a:rPr lang="en-US" sz="387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Used o</a:t>
            </a:r>
            <a:r>
              <a:rPr lang="en-US" sz="387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nly project-kit hardware</a:t>
            </a:r>
          </a:p>
          <a:p>
            <a:pPr algn="l">
              <a:lnSpc>
                <a:spcPts val="5419"/>
              </a:lnSpc>
            </a:pPr>
          </a:p>
          <a:p>
            <a:pPr algn="l">
              <a:lnSpc>
                <a:spcPts val="5419"/>
              </a:lnSpc>
            </a:pPr>
            <a:r>
              <a:rPr lang="en-US" sz="387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 Reliable autonomous behaviour</a:t>
            </a:r>
          </a:p>
          <a:p>
            <a:pPr algn="l">
              <a:lnSpc>
                <a:spcPts val="5419"/>
              </a:lnSpc>
            </a:pPr>
          </a:p>
          <a:p>
            <a:pPr algn="l">
              <a:lnSpc>
                <a:spcPts val="5419"/>
              </a:lnSpc>
            </a:pPr>
            <a:r>
              <a:rPr lang="en-US" sz="387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 Complete documentation</a:t>
            </a:r>
          </a:p>
          <a:p>
            <a:pPr algn="l">
              <a:lnSpc>
                <a:spcPts val="5419"/>
              </a:lnSpc>
            </a:pPr>
          </a:p>
          <a:p>
            <a:pPr algn="l">
              <a:lnSpc>
                <a:spcPts val="5419"/>
              </a:lnSpc>
            </a:pPr>
            <a:r>
              <a:rPr lang="en-US" sz="387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 Team Collaboration on Github</a:t>
            </a:r>
          </a:p>
          <a:p>
            <a:pPr algn="l">
              <a:lnSpc>
                <a:spcPts val="541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53463" y="1002232"/>
            <a:ext cx="5512327" cy="706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0"/>
              </a:lnSpc>
            </a:pPr>
            <a:r>
              <a:rPr lang="en-US" sz="530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32501" y="331928"/>
            <a:ext cx="2793706" cy="462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3503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Slide 22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5790" y="2312492"/>
            <a:ext cx="5186113" cy="647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1"/>
              </a:lnSpc>
            </a:pPr>
            <a:r>
              <a:rPr lang="en-US" sz="4851">
                <a:solidFill>
                  <a:srgbClr val="FFBD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ACHIEVEMENTS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00966" y="7743139"/>
            <a:ext cx="5087723" cy="5087723"/>
          </a:xfrm>
          <a:custGeom>
            <a:avLst/>
            <a:gdLst/>
            <a:ahLst/>
            <a:cxnLst/>
            <a:rect r="r" b="b" t="t" l="l"/>
            <a:pathLst>
              <a:path h="5087723" w="5087723">
                <a:moveTo>
                  <a:pt x="0" y="0"/>
                </a:moveTo>
                <a:lnTo>
                  <a:pt x="5087723" y="0"/>
                </a:lnTo>
                <a:lnTo>
                  <a:pt x="5087723" y="5087722"/>
                </a:lnTo>
                <a:lnTo>
                  <a:pt x="0" y="50877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33605" y="-2153882"/>
            <a:ext cx="3035287" cy="3035287"/>
          </a:xfrm>
          <a:custGeom>
            <a:avLst/>
            <a:gdLst/>
            <a:ahLst/>
            <a:cxnLst/>
            <a:rect r="r" b="b" t="t" l="l"/>
            <a:pathLst>
              <a:path h="3035287" w="3035287">
                <a:moveTo>
                  <a:pt x="0" y="0"/>
                </a:moveTo>
                <a:lnTo>
                  <a:pt x="3035287" y="0"/>
                </a:lnTo>
                <a:lnTo>
                  <a:pt x="3035287" y="3035287"/>
                </a:lnTo>
                <a:lnTo>
                  <a:pt x="0" y="30352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30286" y="-1668364"/>
            <a:ext cx="8245315" cy="15889594"/>
          </a:xfrm>
          <a:custGeom>
            <a:avLst/>
            <a:gdLst/>
            <a:ahLst/>
            <a:cxnLst/>
            <a:rect r="r" b="b" t="t" l="l"/>
            <a:pathLst>
              <a:path h="15889594" w="8245315">
                <a:moveTo>
                  <a:pt x="0" y="0"/>
                </a:moveTo>
                <a:lnTo>
                  <a:pt x="8245315" y="0"/>
                </a:lnTo>
                <a:lnTo>
                  <a:pt x="8245315" y="15889593"/>
                </a:lnTo>
                <a:lnTo>
                  <a:pt x="0" y="158895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9271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533230" y="167779"/>
            <a:ext cx="5704260" cy="12217308"/>
            <a:chOff x="0" y="0"/>
            <a:chExt cx="2964815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64815" cy="6350000"/>
            </a:xfrm>
            <a:custGeom>
              <a:avLst/>
              <a:gdLst/>
              <a:ahLst/>
              <a:cxnLst/>
              <a:rect r="r" b="b" t="t" l="l"/>
              <a:pathLst>
                <a:path h="6350000" w="2964815">
                  <a:moveTo>
                    <a:pt x="2964815" y="0"/>
                  </a:moveTo>
                  <a:lnTo>
                    <a:pt x="2964815" y="6350000"/>
                  </a:lnTo>
                  <a:cubicBezTo>
                    <a:pt x="1327395" y="6350000"/>
                    <a:pt x="0" y="4928502"/>
                    <a:pt x="0" y="3175000"/>
                  </a:cubicBezTo>
                  <a:cubicBezTo>
                    <a:pt x="0" y="1421498"/>
                    <a:pt x="1327395" y="0"/>
                    <a:pt x="2964815" y="0"/>
                  </a:cubicBezTo>
                  <a:close/>
                </a:path>
              </a:pathLst>
            </a:custGeom>
            <a:blipFill>
              <a:blip r:embed="rId8"/>
              <a:stretch>
                <a:fillRect l="0" t="0" r="-61303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081976" y="1102385"/>
            <a:ext cx="1657514" cy="274243"/>
          </a:xfrm>
          <a:custGeom>
            <a:avLst/>
            <a:gdLst/>
            <a:ahLst/>
            <a:cxnLst/>
            <a:rect r="r" b="b" t="t" l="l"/>
            <a:pathLst>
              <a:path h="274243" w="1657514">
                <a:moveTo>
                  <a:pt x="0" y="0"/>
                </a:moveTo>
                <a:lnTo>
                  <a:pt x="1657514" y="0"/>
                </a:lnTo>
                <a:lnTo>
                  <a:pt x="1657514" y="274243"/>
                </a:lnTo>
                <a:lnTo>
                  <a:pt x="0" y="2742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42896" y="2661237"/>
            <a:ext cx="6521430" cy="4184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9120" indent="-364560" lvl="1">
              <a:lnSpc>
                <a:spcPts val="4727"/>
              </a:lnSpc>
              <a:buFont typeface="Arial"/>
              <a:buChar char="•"/>
            </a:pPr>
            <a:r>
              <a:rPr lang="en-US" sz="337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PID</a:t>
            </a:r>
            <a:r>
              <a:rPr lang="en-US" sz="337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line following</a:t>
            </a:r>
          </a:p>
          <a:p>
            <a:pPr algn="l">
              <a:lnSpc>
                <a:spcPts val="4727"/>
              </a:lnSpc>
            </a:pPr>
          </a:p>
          <a:p>
            <a:pPr algn="l" marL="729120" indent="-364560" lvl="1">
              <a:lnSpc>
                <a:spcPts val="4727"/>
              </a:lnSpc>
              <a:buFont typeface="Arial"/>
              <a:buChar char="•"/>
            </a:pPr>
            <a:r>
              <a:rPr lang="en-US" sz="337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Wheel encoders</a:t>
            </a:r>
          </a:p>
          <a:p>
            <a:pPr algn="l">
              <a:lnSpc>
                <a:spcPts val="4727"/>
              </a:lnSpc>
            </a:pPr>
          </a:p>
          <a:p>
            <a:pPr algn="l" marL="729120" indent="-364560" lvl="1">
              <a:lnSpc>
                <a:spcPts val="4727"/>
              </a:lnSpc>
              <a:buFont typeface="Arial"/>
              <a:buChar char="•"/>
            </a:pPr>
            <a:r>
              <a:rPr lang="en-US" sz="337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Adaptive IR calibration</a:t>
            </a:r>
          </a:p>
          <a:p>
            <a:pPr algn="l">
              <a:lnSpc>
                <a:spcPts val="4727"/>
              </a:lnSpc>
            </a:pPr>
          </a:p>
          <a:p>
            <a:pPr algn="l" marL="729120" indent="-364560" lvl="1">
              <a:lnSpc>
                <a:spcPts val="4727"/>
              </a:lnSpc>
              <a:buFont typeface="Arial"/>
              <a:buChar char="•"/>
            </a:pPr>
            <a:r>
              <a:rPr lang="en-US" sz="337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Vision-based navigation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0656" y="1126442"/>
            <a:ext cx="5765911" cy="706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0"/>
              </a:lnSpc>
            </a:pPr>
            <a:r>
              <a:rPr lang="en-US" sz="530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FUTURE WORK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42430" y="476053"/>
            <a:ext cx="2648316" cy="552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4160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Slide 23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14162" y="5306300"/>
            <a:ext cx="6028324" cy="6028324"/>
          </a:xfrm>
          <a:custGeom>
            <a:avLst/>
            <a:gdLst/>
            <a:ahLst/>
            <a:cxnLst/>
            <a:rect r="r" b="b" t="t" l="l"/>
            <a:pathLst>
              <a:path h="6028324" w="6028324">
                <a:moveTo>
                  <a:pt x="0" y="0"/>
                </a:moveTo>
                <a:lnTo>
                  <a:pt x="6028324" y="0"/>
                </a:lnTo>
                <a:lnTo>
                  <a:pt x="6028324" y="6028325"/>
                </a:lnTo>
                <a:lnTo>
                  <a:pt x="0" y="6028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2477148"/>
            <a:ext cx="1395630" cy="230913"/>
          </a:xfrm>
          <a:custGeom>
            <a:avLst/>
            <a:gdLst/>
            <a:ahLst/>
            <a:cxnLst/>
            <a:rect r="r" b="b" t="t" l="l"/>
            <a:pathLst>
              <a:path h="230913" w="1395630">
                <a:moveTo>
                  <a:pt x="0" y="0"/>
                </a:moveTo>
                <a:lnTo>
                  <a:pt x="1395630" y="0"/>
                </a:lnTo>
                <a:lnTo>
                  <a:pt x="1395630" y="230913"/>
                </a:lnTo>
                <a:lnTo>
                  <a:pt x="0" y="2309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15980" y="-1546036"/>
            <a:ext cx="6942573" cy="13379073"/>
          </a:xfrm>
          <a:custGeom>
            <a:avLst/>
            <a:gdLst/>
            <a:ahLst/>
            <a:cxnLst/>
            <a:rect r="r" b="b" t="t" l="l"/>
            <a:pathLst>
              <a:path h="13379073" w="6942573">
                <a:moveTo>
                  <a:pt x="0" y="0"/>
                </a:moveTo>
                <a:lnTo>
                  <a:pt x="6942574" y="0"/>
                </a:lnTo>
                <a:lnTo>
                  <a:pt x="6942574" y="13379072"/>
                </a:lnTo>
                <a:lnTo>
                  <a:pt x="0" y="13379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9271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040161" y="7692535"/>
            <a:ext cx="5188930" cy="5188930"/>
          </a:xfrm>
          <a:custGeom>
            <a:avLst/>
            <a:gdLst/>
            <a:ahLst/>
            <a:cxnLst/>
            <a:rect r="r" b="b" t="t" l="l"/>
            <a:pathLst>
              <a:path h="5188930" w="5188930">
                <a:moveTo>
                  <a:pt x="0" y="0"/>
                </a:moveTo>
                <a:lnTo>
                  <a:pt x="5188930" y="0"/>
                </a:lnTo>
                <a:lnTo>
                  <a:pt x="5188930" y="5188930"/>
                </a:lnTo>
                <a:lnTo>
                  <a:pt x="0" y="5188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505441" y="0"/>
            <a:ext cx="4782559" cy="10287000"/>
            <a:chOff x="0" y="0"/>
            <a:chExt cx="2952197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52197" cy="6350000"/>
            </a:xfrm>
            <a:custGeom>
              <a:avLst/>
              <a:gdLst/>
              <a:ahLst/>
              <a:cxnLst/>
              <a:rect r="r" b="b" t="t" l="l"/>
              <a:pathLst>
                <a:path h="6350000" w="2952197">
                  <a:moveTo>
                    <a:pt x="2952197" y="0"/>
                  </a:moveTo>
                  <a:lnTo>
                    <a:pt x="2952197" y="6350000"/>
                  </a:lnTo>
                  <a:cubicBezTo>
                    <a:pt x="1321746" y="6350000"/>
                    <a:pt x="0" y="4928502"/>
                    <a:pt x="0" y="3175000"/>
                  </a:cubicBezTo>
                  <a:cubicBezTo>
                    <a:pt x="0" y="1421498"/>
                    <a:pt x="1321746" y="0"/>
                    <a:pt x="2952197" y="0"/>
                  </a:cubicBezTo>
                  <a:close/>
                </a:path>
              </a:pathLst>
            </a:custGeom>
            <a:blipFill>
              <a:blip r:embed="rId8"/>
              <a:stretch>
                <a:fillRect l="-30996" t="0" r="-30996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98383" y="2022121"/>
            <a:ext cx="7778104" cy="41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0"/>
              </a:lnSpc>
            </a:pPr>
            <a:r>
              <a:rPr lang="en-US" sz="1608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</a:t>
            </a:r>
          </a:p>
          <a:p>
            <a:pPr algn="l">
              <a:lnSpc>
                <a:spcPts val="16080"/>
              </a:lnSpc>
            </a:pPr>
            <a:r>
              <a:rPr lang="en-US" sz="1608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You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95948" y="6236877"/>
            <a:ext cx="6105544" cy="42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3219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for your keen attention.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14162" y="6467767"/>
            <a:ext cx="6105544" cy="1224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3219" b="true">
                <a:solidFill>
                  <a:srgbClr val="615F5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</a:t>
            </a:r>
            <a:r>
              <a:rPr lang="en-US" sz="3219" b="true">
                <a:solidFill>
                  <a:srgbClr val="615F5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uestions , comments ?</a:t>
            </a:r>
          </a:p>
          <a:p>
            <a:pPr algn="l">
              <a:lnSpc>
                <a:spcPts val="321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DAGI-8eOMvk</dc:identifier>
  <dcterms:modified xsi:type="dcterms:W3CDTF">2011-08-01T06:04:30Z</dcterms:modified>
  <cp:revision>1</cp:revision>
  <dc:title>Powerpoint presentation</dc:title>
</cp:coreProperties>
</file>